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68" r:id="rId6"/>
    <p:sldId id="276" r:id="rId7"/>
    <p:sldId id="263" r:id="rId8"/>
    <p:sldId id="264" r:id="rId9"/>
    <p:sldId id="325" r:id="rId10"/>
    <p:sldId id="266" r:id="rId11"/>
    <p:sldId id="305" r:id="rId12"/>
    <p:sldId id="302" r:id="rId13"/>
    <p:sldId id="306" r:id="rId14"/>
    <p:sldId id="303" r:id="rId15"/>
    <p:sldId id="307" r:id="rId16"/>
    <p:sldId id="324" r:id="rId17"/>
    <p:sldId id="267" r:id="rId18"/>
  </p:sldIdLst>
  <p:sldSz cx="9144000" cy="5143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深色样式 1 - 强调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29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1" name="Shape 1851"/>
        <p:cNvGrpSpPr/>
        <p:nvPr/>
      </p:nvGrpSpPr>
      <p:grpSpPr>
        <a:xfrm>
          <a:off x="0" y="0"/>
          <a:ext cx="0" cy="0"/>
          <a:chOff x="0" y="0"/>
          <a:chExt cx="0" cy="0"/>
        </a:xfrm>
      </p:grpSpPr>
      <p:sp>
        <p:nvSpPr>
          <p:cNvPr id="1852" name="Google Shape;1852;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3" name="Google Shape;1853;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73" name="Shape 1873"/>
        <p:cNvGrpSpPr/>
        <p:nvPr/>
      </p:nvGrpSpPr>
      <p:grpSpPr>
        <a:xfrm>
          <a:off x="0" y="0"/>
          <a:ext cx="0" cy="0"/>
          <a:chOff x="0" y="0"/>
          <a:chExt cx="0" cy="0"/>
        </a:xfrm>
      </p:grpSpPr>
      <p:sp>
        <p:nvSpPr>
          <p:cNvPr id="1874" name="Google Shape;1874;g86ca632bb8_0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5" name="Google Shape;1875;g86ca632bb8_0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55" name="Shape 2155"/>
        <p:cNvGrpSpPr/>
        <p:nvPr/>
      </p:nvGrpSpPr>
      <p:grpSpPr>
        <a:xfrm>
          <a:off x="0" y="0"/>
          <a:ext cx="0" cy="0"/>
          <a:chOff x="0" y="0"/>
          <a:chExt cx="0" cy="0"/>
        </a:xfrm>
      </p:grpSpPr>
      <p:sp>
        <p:nvSpPr>
          <p:cNvPr id="2156" name="Google Shape;2156;g92b9ca3f2f_0_43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7" name="Google Shape;2157;g92b9ca3f2f_0_43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32" name="Shape 2432"/>
        <p:cNvGrpSpPr/>
        <p:nvPr/>
      </p:nvGrpSpPr>
      <p:grpSpPr>
        <a:xfrm>
          <a:off x="0" y="0"/>
          <a:ext cx="0" cy="0"/>
          <a:chOff x="0" y="0"/>
          <a:chExt cx="0" cy="0"/>
        </a:xfrm>
      </p:grpSpPr>
      <p:sp>
        <p:nvSpPr>
          <p:cNvPr id="2433" name="Google Shape;2433;g93513c158a_0_14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4" name="Google Shape;2434;g93513c158a_0_14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40" name="Shape 2040"/>
        <p:cNvGrpSpPr/>
        <p:nvPr/>
      </p:nvGrpSpPr>
      <p:grpSpPr>
        <a:xfrm>
          <a:off x="0" y="0"/>
          <a:ext cx="0" cy="0"/>
          <a:chOff x="0" y="0"/>
          <a:chExt cx="0" cy="0"/>
        </a:xfrm>
      </p:grpSpPr>
      <p:sp>
        <p:nvSpPr>
          <p:cNvPr id="2041" name="Google Shape;2041;g92b987f4ac_0_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2" name="Google Shape;2042;g92b987f4ac_0_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46" name="Shape 2046"/>
        <p:cNvGrpSpPr/>
        <p:nvPr/>
      </p:nvGrpSpPr>
      <p:grpSpPr>
        <a:xfrm>
          <a:off x="0" y="0"/>
          <a:ext cx="0" cy="0"/>
          <a:chOff x="0" y="0"/>
          <a:chExt cx="0" cy="0"/>
        </a:xfrm>
      </p:grpSpPr>
      <p:sp>
        <p:nvSpPr>
          <p:cNvPr id="2047" name="Google Shape;2047;g92b987f4ac_0_22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8" name="Google Shape;2048;g92b987f4ac_0_22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31" name="Shape 2131"/>
        <p:cNvGrpSpPr/>
        <p:nvPr/>
      </p:nvGrpSpPr>
      <p:grpSpPr>
        <a:xfrm>
          <a:off x="0" y="0"/>
          <a:ext cx="0" cy="0"/>
          <a:chOff x="0" y="0"/>
          <a:chExt cx="0" cy="0"/>
        </a:xfrm>
      </p:grpSpPr>
      <p:sp>
        <p:nvSpPr>
          <p:cNvPr id="2132" name="Google Shape;2132;g92b9ca3f2f_0_19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3" name="Google Shape;2133;g92b9ca3f2f_0_19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31" name="Shape 2131"/>
        <p:cNvGrpSpPr/>
        <p:nvPr/>
      </p:nvGrpSpPr>
      <p:grpSpPr>
        <a:xfrm>
          <a:off x="0" y="0"/>
          <a:ext cx="0" cy="0"/>
          <a:chOff x="0" y="0"/>
          <a:chExt cx="0" cy="0"/>
        </a:xfrm>
      </p:grpSpPr>
      <p:sp>
        <p:nvSpPr>
          <p:cNvPr id="2132" name="Google Shape;2132;g92b9ca3f2f_0_19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3" name="Google Shape;2133;g92b9ca3f2f_0_19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31" name="Shape 2131"/>
        <p:cNvGrpSpPr/>
        <p:nvPr/>
      </p:nvGrpSpPr>
      <p:grpSpPr>
        <a:xfrm>
          <a:off x="0" y="0"/>
          <a:ext cx="0" cy="0"/>
          <a:chOff x="0" y="0"/>
          <a:chExt cx="0" cy="0"/>
        </a:xfrm>
      </p:grpSpPr>
      <p:sp>
        <p:nvSpPr>
          <p:cNvPr id="2132" name="Google Shape;2132;g92b9ca3f2f_0_19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3" name="Google Shape;2133;g92b9ca3f2f_0_19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48" name="Shape 2148"/>
        <p:cNvGrpSpPr/>
        <p:nvPr/>
      </p:nvGrpSpPr>
      <p:grpSpPr>
        <a:xfrm>
          <a:off x="0" y="0"/>
          <a:ext cx="0" cy="0"/>
          <a:chOff x="0" y="0"/>
          <a:chExt cx="0" cy="0"/>
        </a:xfrm>
      </p:grpSpPr>
      <p:sp>
        <p:nvSpPr>
          <p:cNvPr id="2149" name="Google Shape;2149;g92b9ca3f2f_0_137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0" name="Google Shape;2150;g92b9ca3f2f_0_137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4" Type="http://schemas.openxmlformats.org/officeDocument/2006/relationships/hyperlink" Target="http://bit.ly/2TtBDfr" TargetMode="External"/><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8" name="Shape 8"/>
        <p:cNvGrpSpPr/>
        <p:nvPr/>
      </p:nvGrpSpPr>
      <p:grpSpPr>
        <a:xfrm>
          <a:off x="0" y="0"/>
          <a:ext cx="0" cy="0"/>
          <a:chOff x="0" y="0"/>
          <a:chExt cx="0" cy="0"/>
        </a:xfrm>
      </p:grpSpPr>
      <p:grpSp>
        <p:nvGrpSpPr>
          <p:cNvPr id="9" name="Google Shape;9;p2"/>
          <p:cNvGrpSpPr/>
          <p:nvPr/>
        </p:nvGrpSpPr>
        <p:grpSpPr>
          <a:xfrm>
            <a:off x="1376525" y="-1521150"/>
            <a:ext cx="7767703" cy="3383025"/>
            <a:chOff x="24125" y="294775"/>
            <a:chExt cx="7767703" cy="3383025"/>
          </a:xfrm>
        </p:grpSpPr>
        <p:sp>
          <p:nvSpPr>
            <p:cNvPr id="10" name="Google Shape;10;p2"/>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 name="Google Shape;11;p2"/>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 name="Google Shape;12;p2"/>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 name="Google Shape;13;p2"/>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 name="Google Shape;14;p2"/>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 name="Google Shape;15;p2"/>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16;p2"/>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 name="Google Shape;17;p2"/>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 name="Google Shape;18;p2"/>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 name="Google Shape;19;p2"/>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 name="Google Shape;20;p2"/>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 name="Google Shape;21;p2"/>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 name="Google Shape;22;p2"/>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 name="Google Shape;23;p2"/>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 name="Google Shape;24;p2"/>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 name="Google Shape;25;p2"/>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 name="Google Shape;26;p2"/>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 name="Google Shape;27;p2"/>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 name="Google Shape;28;p2"/>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 name="Google Shape;29;p2"/>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 name="Google Shape;30;p2"/>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 name="Google Shape;31;p2"/>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 name="Google Shape;32;p2"/>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 name="Google Shape;33;p2"/>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 name="Google Shape;34;p2"/>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 name="Google Shape;35;p2"/>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 name="Google Shape;36;p2"/>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2"/>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 name="Google Shape;38;p2"/>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 name="Google Shape;39;p2"/>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 name="Google Shape;40;p2"/>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 name="Google Shape;41;p2"/>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 name="Google Shape;42;p2"/>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 name="Google Shape;43;p2"/>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 name="Google Shape;44;p2"/>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 name="Google Shape;45;p2"/>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 name="Google Shape;46;p2"/>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 name="Google Shape;47;p2"/>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 name="Google Shape;48;p2"/>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 name="Google Shape;49;p2"/>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 name="Google Shape;50;p2"/>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 name="Google Shape;51;p2"/>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 name="Google Shape;52;p2"/>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 name="Google Shape;53;p2"/>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 name="Google Shape;54;p2"/>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 name="Google Shape;55;p2"/>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 name="Google Shape;56;p2"/>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 name="Google Shape;57;p2"/>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 name="Google Shape;58;p2"/>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 name="Google Shape;59;p2"/>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 name="Google Shape;60;p2"/>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 name="Google Shape;61;p2"/>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 name="Google Shape;62;p2"/>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 name="Google Shape;63;p2"/>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 name="Google Shape;64;p2"/>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 name="Google Shape;65;p2"/>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 name="Google Shape;66;p2"/>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 name="Google Shape;67;p2"/>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 name="Google Shape;68;p2"/>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 name="Google Shape;69;p2"/>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 name="Google Shape;70;p2"/>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 name="Google Shape;71;p2"/>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 name="Google Shape;72;p2"/>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 name="Google Shape;73;p2"/>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 name="Google Shape;74;p2"/>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 name="Google Shape;75;p2"/>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 name="Google Shape;76;p2"/>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 name="Google Shape;77;p2"/>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 name="Google Shape;78;p2"/>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 name="Google Shape;79;p2"/>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 name="Google Shape;80;p2"/>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 name="Google Shape;81;p2"/>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 name="Google Shape;82;p2"/>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 name="Google Shape;83;p2"/>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 name="Google Shape;84;p2"/>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 name="Google Shape;85;p2"/>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 name="Google Shape;86;p2"/>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 name="Google Shape;87;p2"/>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 name="Google Shape;88;p2"/>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 name="Google Shape;89;p2"/>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 name="Google Shape;90;p2"/>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 name="Google Shape;91;p2"/>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 name="Google Shape;92;p2"/>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 name="Google Shape;93;p2"/>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 name="Google Shape;94;p2"/>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 name="Google Shape;95;p2"/>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 name="Google Shape;96;p2"/>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 name="Google Shape;97;p2"/>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 name="Google Shape;98;p2"/>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 name="Google Shape;99;p2"/>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 name="Google Shape;100;p2"/>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 name="Google Shape;101;p2"/>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 name="Google Shape;102;p2"/>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 name="Google Shape;103;p2"/>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4" name="Google Shape;104;p2"/>
          <p:cNvGrpSpPr/>
          <p:nvPr/>
        </p:nvGrpSpPr>
        <p:grpSpPr>
          <a:xfrm>
            <a:off x="368162" y="1909134"/>
            <a:ext cx="352280" cy="353863"/>
            <a:chOff x="1448125" y="1450525"/>
            <a:chExt cx="133500" cy="134100"/>
          </a:xfrm>
        </p:grpSpPr>
        <p:sp>
          <p:nvSpPr>
            <p:cNvPr id="105" name="Google Shape;105;p2"/>
            <p:cNvSpPr/>
            <p:nvPr/>
          </p:nvSpPr>
          <p:spPr>
            <a:xfrm>
              <a:off x="1448125" y="1450525"/>
              <a:ext cx="133500" cy="134100"/>
            </a:xfrm>
            <a:custGeom>
              <a:avLst/>
              <a:gdLst/>
              <a:ahLst/>
              <a:cxnLst/>
              <a:rect l="l" t="t" r="r" b="b"/>
              <a:pathLst>
                <a:path w="5340" h="5364" extrusionOk="0">
                  <a:moveTo>
                    <a:pt x="2457" y="1"/>
                  </a:moveTo>
                  <a:lnTo>
                    <a:pt x="2256" y="452"/>
                  </a:lnTo>
                  <a:cubicBezTo>
                    <a:pt x="2056" y="502"/>
                    <a:pt x="1855" y="577"/>
                    <a:pt x="1680" y="652"/>
                  </a:cubicBezTo>
                  <a:lnTo>
                    <a:pt x="1229" y="427"/>
                  </a:lnTo>
                  <a:cubicBezTo>
                    <a:pt x="1003" y="552"/>
                    <a:pt x="803" y="727"/>
                    <a:pt x="627" y="928"/>
                  </a:cubicBezTo>
                  <a:lnTo>
                    <a:pt x="828" y="1404"/>
                  </a:lnTo>
                  <a:cubicBezTo>
                    <a:pt x="703" y="1579"/>
                    <a:pt x="602" y="1755"/>
                    <a:pt x="527" y="1955"/>
                  </a:cubicBezTo>
                  <a:lnTo>
                    <a:pt x="51" y="2081"/>
                  </a:lnTo>
                  <a:cubicBezTo>
                    <a:pt x="26" y="2281"/>
                    <a:pt x="1" y="2482"/>
                    <a:pt x="1" y="2682"/>
                  </a:cubicBezTo>
                  <a:cubicBezTo>
                    <a:pt x="1" y="2757"/>
                    <a:pt x="1" y="2808"/>
                    <a:pt x="1" y="2883"/>
                  </a:cubicBezTo>
                  <a:lnTo>
                    <a:pt x="452" y="3083"/>
                  </a:lnTo>
                  <a:cubicBezTo>
                    <a:pt x="502" y="3284"/>
                    <a:pt x="552" y="3484"/>
                    <a:pt x="652" y="3685"/>
                  </a:cubicBezTo>
                  <a:lnTo>
                    <a:pt x="402" y="4111"/>
                  </a:lnTo>
                  <a:cubicBezTo>
                    <a:pt x="552" y="4336"/>
                    <a:pt x="728" y="4537"/>
                    <a:pt x="928" y="4712"/>
                  </a:cubicBezTo>
                  <a:lnTo>
                    <a:pt x="1379" y="4537"/>
                  </a:lnTo>
                  <a:cubicBezTo>
                    <a:pt x="1555" y="4637"/>
                    <a:pt x="1755" y="4737"/>
                    <a:pt x="1956" y="4813"/>
                  </a:cubicBezTo>
                  <a:lnTo>
                    <a:pt x="2081" y="5289"/>
                  </a:lnTo>
                  <a:cubicBezTo>
                    <a:pt x="2282" y="5339"/>
                    <a:pt x="2457" y="5364"/>
                    <a:pt x="2657" y="5364"/>
                  </a:cubicBezTo>
                  <a:cubicBezTo>
                    <a:pt x="2733" y="5364"/>
                    <a:pt x="2808" y="5364"/>
                    <a:pt x="2883" y="5339"/>
                  </a:cubicBezTo>
                  <a:lnTo>
                    <a:pt x="3084" y="4888"/>
                  </a:lnTo>
                  <a:cubicBezTo>
                    <a:pt x="3284" y="4863"/>
                    <a:pt x="3485" y="4787"/>
                    <a:pt x="3660" y="4687"/>
                  </a:cubicBezTo>
                  <a:lnTo>
                    <a:pt x="4111" y="4938"/>
                  </a:lnTo>
                  <a:cubicBezTo>
                    <a:pt x="4337" y="4787"/>
                    <a:pt x="4537" y="4612"/>
                    <a:pt x="4713" y="4412"/>
                  </a:cubicBezTo>
                  <a:lnTo>
                    <a:pt x="4512" y="3960"/>
                  </a:lnTo>
                  <a:cubicBezTo>
                    <a:pt x="4637" y="3785"/>
                    <a:pt x="4738" y="3610"/>
                    <a:pt x="4813" y="3409"/>
                  </a:cubicBezTo>
                  <a:lnTo>
                    <a:pt x="5289" y="3259"/>
                  </a:lnTo>
                  <a:cubicBezTo>
                    <a:pt x="5314" y="3083"/>
                    <a:pt x="5339" y="2883"/>
                    <a:pt x="5339" y="2682"/>
                  </a:cubicBezTo>
                  <a:cubicBezTo>
                    <a:pt x="5339" y="2607"/>
                    <a:pt x="5339" y="2532"/>
                    <a:pt x="5339" y="2482"/>
                  </a:cubicBezTo>
                  <a:lnTo>
                    <a:pt x="4888" y="2281"/>
                  </a:lnTo>
                  <a:cubicBezTo>
                    <a:pt x="4838" y="2056"/>
                    <a:pt x="4788" y="1855"/>
                    <a:pt x="4688" y="1680"/>
                  </a:cubicBezTo>
                  <a:lnTo>
                    <a:pt x="4938" y="1254"/>
                  </a:lnTo>
                  <a:cubicBezTo>
                    <a:pt x="4788" y="1028"/>
                    <a:pt x="4612" y="828"/>
                    <a:pt x="4412" y="652"/>
                  </a:cubicBezTo>
                  <a:lnTo>
                    <a:pt x="3961" y="828"/>
                  </a:lnTo>
                  <a:cubicBezTo>
                    <a:pt x="3785" y="702"/>
                    <a:pt x="3585" y="602"/>
                    <a:pt x="3384" y="552"/>
                  </a:cubicBezTo>
                  <a:lnTo>
                    <a:pt x="3259" y="76"/>
                  </a:lnTo>
                  <a:cubicBezTo>
                    <a:pt x="3058" y="26"/>
                    <a:pt x="2883" y="1"/>
                    <a:pt x="26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 name="Google Shape;106;p2"/>
            <p:cNvSpPr/>
            <p:nvPr/>
          </p:nvSpPr>
          <p:spPr>
            <a:xfrm>
              <a:off x="1476325" y="1479350"/>
              <a:ext cx="77100" cy="76475"/>
            </a:xfrm>
            <a:custGeom>
              <a:avLst/>
              <a:gdLst/>
              <a:ahLst/>
              <a:cxnLst/>
              <a:rect l="l" t="t" r="r" b="b"/>
              <a:pathLst>
                <a:path w="3084" h="3059" extrusionOk="0">
                  <a:moveTo>
                    <a:pt x="1529" y="0"/>
                  </a:moveTo>
                  <a:cubicBezTo>
                    <a:pt x="702" y="0"/>
                    <a:pt x="1" y="677"/>
                    <a:pt x="1" y="1529"/>
                  </a:cubicBezTo>
                  <a:cubicBezTo>
                    <a:pt x="1" y="2381"/>
                    <a:pt x="702" y="3058"/>
                    <a:pt x="1529" y="3058"/>
                  </a:cubicBezTo>
                  <a:cubicBezTo>
                    <a:pt x="2382" y="3058"/>
                    <a:pt x="3083" y="2381"/>
                    <a:pt x="3083" y="1529"/>
                  </a:cubicBezTo>
                  <a:cubicBezTo>
                    <a:pt x="3083" y="677"/>
                    <a:pt x="2382" y="0"/>
                    <a:pt x="15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7" name="Google Shape;107;p2"/>
          <p:cNvGrpSpPr/>
          <p:nvPr/>
        </p:nvGrpSpPr>
        <p:grpSpPr>
          <a:xfrm>
            <a:off x="723674" y="1578426"/>
            <a:ext cx="552301" cy="552301"/>
            <a:chOff x="1582850" y="1325200"/>
            <a:chExt cx="209300" cy="209300"/>
          </a:xfrm>
        </p:grpSpPr>
        <p:sp>
          <p:nvSpPr>
            <p:cNvPr id="108" name="Google Shape;108;p2"/>
            <p:cNvSpPr/>
            <p:nvPr/>
          </p:nvSpPr>
          <p:spPr>
            <a:xfrm>
              <a:off x="1582850" y="1325200"/>
              <a:ext cx="209300" cy="209300"/>
            </a:xfrm>
            <a:custGeom>
              <a:avLst/>
              <a:gdLst/>
              <a:ahLst/>
              <a:cxnLst/>
              <a:rect l="l" t="t" r="r" b="b"/>
              <a:pathLst>
                <a:path w="8372" h="8372" extrusionOk="0">
                  <a:moveTo>
                    <a:pt x="4111" y="1"/>
                  </a:moveTo>
                  <a:cubicBezTo>
                    <a:pt x="3810" y="1"/>
                    <a:pt x="3509" y="26"/>
                    <a:pt x="3208" y="101"/>
                  </a:cubicBezTo>
                  <a:cubicBezTo>
                    <a:pt x="3083" y="126"/>
                    <a:pt x="2983" y="176"/>
                    <a:pt x="2883" y="201"/>
                  </a:cubicBezTo>
                  <a:lnTo>
                    <a:pt x="2757" y="953"/>
                  </a:lnTo>
                  <a:cubicBezTo>
                    <a:pt x="2456" y="1104"/>
                    <a:pt x="2181" y="1279"/>
                    <a:pt x="1930" y="1480"/>
                  </a:cubicBezTo>
                  <a:lnTo>
                    <a:pt x="1178" y="1279"/>
                  </a:lnTo>
                  <a:cubicBezTo>
                    <a:pt x="878" y="1580"/>
                    <a:pt x="652" y="1931"/>
                    <a:pt x="451" y="2282"/>
                  </a:cubicBezTo>
                  <a:lnTo>
                    <a:pt x="903" y="2933"/>
                  </a:lnTo>
                  <a:cubicBezTo>
                    <a:pt x="777" y="3234"/>
                    <a:pt x="702" y="3560"/>
                    <a:pt x="677" y="3886"/>
                  </a:cubicBezTo>
                  <a:lnTo>
                    <a:pt x="0" y="4262"/>
                  </a:lnTo>
                  <a:cubicBezTo>
                    <a:pt x="0" y="4562"/>
                    <a:pt x="50" y="4863"/>
                    <a:pt x="126" y="5189"/>
                  </a:cubicBezTo>
                  <a:cubicBezTo>
                    <a:pt x="151" y="5289"/>
                    <a:pt x="176" y="5389"/>
                    <a:pt x="201" y="5490"/>
                  </a:cubicBezTo>
                  <a:lnTo>
                    <a:pt x="978" y="5615"/>
                  </a:lnTo>
                  <a:cubicBezTo>
                    <a:pt x="1103" y="5941"/>
                    <a:pt x="1279" y="6217"/>
                    <a:pt x="1504" y="6442"/>
                  </a:cubicBezTo>
                  <a:lnTo>
                    <a:pt x="1279" y="7194"/>
                  </a:lnTo>
                  <a:cubicBezTo>
                    <a:pt x="1579" y="7495"/>
                    <a:pt x="1930" y="7745"/>
                    <a:pt x="2306" y="7921"/>
                  </a:cubicBezTo>
                  <a:lnTo>
                    <a:pt x="2933" y="7470"/>
                  </a:lnTo>
                  <a:cubicBezTo>
                    <a:pt x="3233" y="7595"/>
                    <a:pt x="3559" y="7670"/>
                    <a:pt x="3885" y="7695"/>
                  </a:cubicBezTo>
                  <a:lnTo>
                    <a:pt x="4261" y="8372"/>
                  </a:lnTo>
                  <a:cubicBezTo>
                    <a:pt x="4562" y="8372"/>
                    <a:pt x="4888" y="8322"/>
                    <a:pt x="5188" y="8247"/>
                  </a:cubicBezTo>
                  <a:cubicBezTo>
                    <a:pt x="5289" y="8222"/>
                    <a:pt x="5389" y="8196"/>
                    <a:pt x="5489" y="8171"/>
                  </a:cubicBezTo>
                  <a:lnTo>
                    <a:pt x="5639" y="7394"/>
                  </a:lnTo>
                  <a:cubicBezTo>
                    <a:pt x="5940" y="7269"/>
                    <a:pt x="6216" y="7094"/>
                    <a:pt x="6467" y="6893"/>
                  </a:cubicBezTo>
                  <a:lnTo>
                    <a:pt x="7218" y="7094"/>
                  </a:lnTo>
                  <a:cubicBezTo>
                    <a:pt x="7494" y="6793"/>
                    <a:pt x="7745" y="6442"/>
                    <a:pt x="7920" y="6066"/>
                  </a:cubicBezTo>
                  <a:lnTo>
                    <a:pt x="7494" y="5440"/>
                  </a:lnTo>
                  <a:cubicBezTo>
                    <a:pt x="7594" y="5139"/>
                    <a:pt x="7670" y="4813"/>
                    <a:pt x="7695" y="4487"/>
                  </a:cubicBezTo>
                  <a:lnTo>
                    <a:pt x="8371" y="4111"/>
                  </a:lnTo>
                  <a:cubicBezTo>
                    <a:pt x="8371" y="3810"/>
                    <a:pt x="8346" y="3485"/>
                    <a:pt x="8271" y="3184"/>
                  </a:cubicBezTo>
                  <a:cubicBezTo>
                    <a:pt x="8246" y="3084"/>
                    <a:pt x="8196" y="2983"/>
                    <a:pt x="8171" y="2883"/>
                  </a:cubicBezTo>
                  <a:lnTo>
                    <a:pt x="7419" y="2758"/>
                  </a:lnTo>
                  <a:cubicBezTo>
                    <a:pt x="7269" y="2432"/>
                    <a:pt x="7093" y="2156"/>
                    <a:pt x="6893" y="1906"/>
                  </a:cubicBezTo>
                  <a:lnTo>
                    <a:pt x="7093" y="1179"/>
                  </a:lnTo>
                  <a:cubicBezTo>
                    <a:pt x="6792" y="878"/>
                    <a:pt x="6467" y="628"/>
                    <a:pt x="6091" y="452"/>
                  </a:cubicBezTo>
                  <a:lnTo>
                    <a:pt x="5439" y="903"/>
                  </a:lnTo>
                  <a:cubicBezTo>
                    <a:pt x="5138" y="778"/>
                    <a:pt x="4812" y="703"/>
                    <a:pt x="4487" y="678"/>
                  </a:cubicBezTo>
                  <a:lnTo>
                    <a:pt x="4111" y="1"/>
                  </a:ln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 name="Google Shape;109;p2"/>
            <p:cNvSpPr/>
            <p:nvPr/>
          </p:nvSpPr>
          <p:spPr>
            <a:xfrm>
              <a:off x="1621075" y="1369750"/>
              <a:ext cx="132850" cy="120200"/>
            </a:xfrm>
            <a:custGeom>
              <a:avLst/>
              <a:gdLst/>
              <a:ahLst/>
              <a:cxnLst/>
              <a:rect l="l" t="t" r="r" b="b"/>
              <a:pathLst>
                <a:path w="5314" h="4808" extrusionOk="0">
                  <a:moveTo>
                    <a:pt x="2667" y="1"/>
                  </a:moveTo>
                  <a:cubicBezTo>
                    <a:pt x="2474" y="1"/>
                    <a:pt x="2277" y="24"/>
                    <a:pt x="2080" y="74"/>
                  </a:cubicBezTo>
                  <a:cubicBezTo>
                    <a:pt x="802" y="374"/>
                    <a:pt x="0" y="1678"/>
                    <a:pt x="326" y="2981"/>
                  </a:cubicBezTo>
                  <a:cubicBezTo>
                    <a:pt x="603" y="4066"/>
                    <a:pt x="1584" y="4808"/>
                    <a:pt x="2656" y="4808"/>
                  </a:cubicBezTo>
                  <a:cubicBezTo>
                    <a:pt x="2847" y="4808"/>
                    <a:pt x="3040" y="4784"/>
                    <a:pt x="3233" y="4735"/>
                  </a:cubicBezTo>
                  <a:cubicBezTo>
                    <a:pt x="4511" y="4435"/>
                    <a:pt x="5313" y="3131"/>
                    <a:pt x="4988" y="1828"/>
                  </a:cubicBezTo>
                  <a:cubicBezTo>
                    <a:pt x="4732" y="743"/>
                    <a:pt x="3754" y="1"/>
                    <a:pt x="2667" y="1"/>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 name="Google Shape;110;p2"/>
            <p:cNvSpPr/>
            <p:nvPr/>
          </p:nvSpPr>
          <p:spPr>
            <a:xfrm>
              <a:off x="1643000" y="1389100"/>
              <a:ext cx="89625" cy="81300"/>
            </a:xfrm>
            <a:custGeom>
              <a:avLst/>
              <a:gdLst/>
              <a:ahLst/>
              <a:cxnLst/>
              <a:rect l="l" t="t" r="r" b="b"/>
              <a:pathLst>
                <a:path w="3585" h="3252" extrusionOk="0">
                  <a:moveTo>
                    <a:pt x="1801" y="1"/>
                  </a:moveTo>
                  <a:cubicBezTo>
                    <a:pt x="1670" y="1"/>
                    <a:pt x="1537" y="17"/>
                    <a:pt x="1404" y="51"/>
                  </a:cubicBezTo>
                  <a:cubicBezTo>
                    <a:pt x="527" y="252"/>
                    <a:pt x="0" y="1154"/>
                    <a:pt x="201" y="2006"/>
                  </a:cubicBezTo>
                  <a:cubicBezTo>
                    <a:pt x="394" y="2758"/>
                    <a:pt x="1066" y="3252"/>
                    <a:pt x="1806" y="3252"/>
                  </a:cubicBezTo>
                  <a:cubicBezTo>
                    <a:pt x="1930" y="3252"/>
                    <a:pt x="2055" y="3238"/>
                    <a:pt x="2181" y="3209"/>
                  </a:cubicBezTo>
                  <a:cubicBezTo>
                    <a:pt x="3033" y="2984"/>
                    <a:pt x="3584" y="2107"/>
                    <a:pt x="3359" y="1254"/>
                  </a:cubicBezTo>
                  <a:cubicBezTo>
                    <a:pt x="3189" y="510"/>
                    <a:pt x="2532" y="1"/>
                    <a:pt x="18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 name="Google Shape;111;p2"/>
            <p:cNvSpPr/>
            <p:nvPr/>
          </p:nvSpPr>
          <p:spPr>
            <a:xfrm>
              <a:off x="1664925" y="1409050"/>
              <a:ext cx="45775" cy="41425"/>
            </a:xfrm>
            <a:custGeom>
              <a:avLst/>
              <a:gdLst/>
              <a:ahLst/>
              <a:cxnLst/>
              <a:rect l="l" t="t" r="r" b="b"/>
              <a:pathLst>
                <a:path w="1831" h="1657" extrusionOk="0">
                  <a:moveTo>
                    <a:pt x="922" y="0"/>
                  </a:moveTo>
                  <a:cubicBezTo>
                    <a:pt x="850" y="0"/>
                    <a:pt x="776" y="10"/>
                    <a:pt x="702" y="30"/>
                  </a:cubicBezTo>
                  <a:cubicBezTo>
                    <a:pt x="276" y="131"/>
                    <a:pt x="1" y="582"/>
                    <a:pt x="101" y="1033"/>
                  </a:cubicBezTo>
                  <a:cubicBezTo>
                    <a:pt x="186" y="1418"/>
                    <a:pt x="527" y="1656"/>
                    <a:pt x="905" y="1656"/>
                  </a:cubicBezTo>
                  <a:cubicBezTo>
                    <a:pt x="970" y="1656"/>
                    <a:pt x="1037" y="1649"/>
                    <a:pt x="1103" y="1634"/>
                  </a:cubicBezTo>
                  <a:cubicBezTo>
                    <a:pt x="1554" y="1534"/>
                    <a:pt x="1830" y="1083"/>
                    <a:pt x="1705" y="632"/>
                  </a:cubicBezTo>
                  <a:cubicBezTo>
                    <a:pt x="1621" y="255"/>
                    <a:pt x="1292" y="0"/>
                    <a:pt x="9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2" name="Google Shape;112;p2"/>
          <p:cNvGrpSpPr/>
          <p:nvPr/>
        </p:nvGrpSpPr>
        <p:grpSpPr>
          <a:xfrm>
            <a:off x="-64791" y="3334954"/>
            <a:ext cx="2438787" cy="1857515"/>
            <a:chOff x="-64791" y="3334954"/>
            <a:chExt cx="2438787" cy="1857515"/>
          </a:xfrm>
        </p:grpSpPr>
        <p:sp>
          <p:nvSpPr>
            <p:cNvPr id="113" name="Google Shape;113;p2"/>
            <p:cNvSpPr/>
            <p:nvPr/>
          </p:nvSpPr>
          <p:spPr>
            <a:xfrm>
              <a:off x="153233" y="4953367"/>
              <a:ext cx="101" cy="101"/>
            </a:xfrm>
            <a:custGeom>
              <a:avLst/>
              <a:gdLst/>
              <a:ahLst/>
              <a:cxnLst/>
              <a:rect l="l" t="t" r="r" b="b"/>
              <a:pathLst>
                <a:path w="1" h="1" fill="none" extrusionOk="0">
                  <a:moveTo>
                    <a:pt x="0" y="0"/>
                  </a:moveTo>
                  <a:lnTo>
                    <a:pt x="0" y="0"/>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 name="Google Shape;114;p2"/>
            <p:cNvSpPr/>
            <p:nvPr/>
          </p:nvSpPr>
          <p:spPr>
            <a:xfrm>
              <a:off x="735872" y="4953367"/>
              <a:ext cx="101" cy="101"/>
            </a:xfrm>
            <a:custGeom>
              <a:avLst/>
              <a:gdLst/>
              <a:ahLst/>
              <a:cxnLst/>
              <a:rect l="l" t="t" r="r" b="b"/>
              <a:pathLst>
                <a:path w="1" h="1" fill="none" extrusionOk="0">
                  <a:moveTo>
                    <a:pt x="0" y="0"/>
                  </a:moveTo>
                  <a:lnTo>
                    <a:pt x="0" y="0"/>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 name="Google Shape;115;p2"/>
            <p:cNvSpPr/>
            <p:nvPr/>
          </p:nvSpPr>
          <p:spPr>
            <a:xfrm>
              <a:off x="173449" y="4953367"/>
              <a:ext cx="527044" cy="101"/>
            </a:xfrm>
            <a:custGeom>
              <a:avLst/>
              <a:gdLst/>
              <a:ahLst/>
              <a:cxnLst/>
              <a:rect l="l" t="t" r="r" b="b"/>
              <a:pathLst>
                <a:path w="5214" h="1" fill="none" extrusionOk="0">
                  <a:moveTo>
                    <a:pt x="5214"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 name="Google Shape;116;p2"/>
            <p:cNvSpPr/>
            <p:nvPr/>
          </p:nvSpPr>
          <p:spPr>
            <a:xfrm>
              <a:off x="-26784" y="4811455"/>
              <a:ext cx="106541" cy="101"/>
            </a:xfrm>
            <a:custGeom>
              <a:avLst/>
              <a:gdLst/>
              <a:ahLst/>
              <a:cxnLst/>
              <a:rect l="l" t="t" r="r" b="b"/>
              <a:pathLst>
                <a:path w="1054" h="1" fill="none" extrusionOk="0">
                  <a:moveTo>
                    <a:pt x="1054"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 name="Google Shape;117;p2"/>
            <p:cNvSpPr/>
            <p:nvPr/>
          </p:nvSpPr>
          <p:spPr>
            <a:xfrm>
              <a:off x="1115" y="4735444"/>
              <a:ext cx="78642" cy="101"/>
            </a:xfrm>
            <a:custGeom>
              <a:avLst/>
              <a:gdLst/>
              <a:ahLst/>
              <a:cxnLst/>
              <a:rect l="l" t="t" r="r" b="b"/>
              <a:pathLst>
                <a:path w="778" h="1" fill="none" extrusionOk="0">
                  <a:moveTo>
                    <a:pt x="778"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 name="Google Shape;118;p2"/>
            <p:cNvSpPr/>
            <p:nvPr/>
          </p:nvSpPr>
          <p:spPr>
            <a:xfrm>
              <a:off x="811974" y="4755761"/>
              <a:ext cx="53372" cy="101"/>
            </a:xfrm>
            <a:custGeom>
              <a:avLst/>
              <a:gdLst/>
              <a:ahLst/>
              <a:cxnLst/>
              <a:rect l="l" t="t" r="r" b="b"/>
              <a:pathLst>
                <a:path w="528" h="1" fill="none" extrusionOk="0">
                  <a:moveTo>
                    <a:pt x="1" y="0"/>
                  </a:moveTo>
                  <a:lnTo>
                    <a:pt x="527"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 name="Google Shape;119;p2"/>
            <p:cNvSpPr/>
            <p:nvPr/>
          </p:nvSpPr>
          <p:spPr>
            <a:xfrm>
              <a:off x="459715" y="5029378"/>
              <a:ext cx="101" cy="114116"/>
            </a:xfrm>
            <a:custGeom>
              <a:avLst/>
              <a:gdLst/>
              <a:ahLst/>
              <a:cxnLst/>
              <a:rect l="l" t="t" r="r" b="b"/>
              <a:pathLst>
                <a:path w="1" h="1129" fill="none" extrusionOk="0">
                  <a:moveTo>
                    <a:pt x="1" y="0"/>
                  </a:moveTo>
                  <a:lnTo>
                    <a:pt x="1" y="1128"/>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 name="Google Shape;120;p2"/>
            <p:cNvSpPr/>
            <p:nvPr/>
          </p:nvSpPr>
          <p:spPr>
            <a:xfrm>
              <a:off x="335585" y="5029378"/>
              <a:ext cx="101" cy="53268"/>
            </a:xfrm>
            <a:custGeom>
              <a:avLst/>
              <a:gdLst/>
              <a:ahLst/>
              <a:cxnLst/>
              <a:rect l="l" t="t" r="r" b="b"/>
              <a:pathLst>
                <a:path w="1" h="527" fill="none" extrusionOk="0">
                  <a:moveTo>
                    <a:pt x="1" y="0"/>
                  </a:moveTo>
                  <a:lnTo>
                    <a:pt x="1" y="5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 name="Google Shape;121;p2"/>
            <p:cNvSpPr/>
            <p:nvPr/>
          </p:nvSpPr>
          <p:spPr>
            <a:xfrm>
              <a:off x="244409" y="5029378"/>
              <a:ext cx="101" cy="83692"/>
            </a:xfrm>
            <a:custGeom>
              <a:avLst/>
              <a:gdLst/>
              <a:ahLst/>
              <a:cxnLst/>
              <a:rect l="l" t="t" r="r" b="b"/>
              <a:pathLst>
                <a:path w="1" h="828" fill="none" extrusionOk="0">
                  <a:moveTo>
                    <a:pt x="0" y="0"/>
                  </a:moveTo>
                  <a:lnTo>
                    <a:pt x="0" y="8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 name="Google Shape;122;p2"/>
            <p:cNvSpPr/>
            <p:nvPr/>
          </p:nvSpPr>
          <p:spPr>
            <a:xfrm>
              <a:off x="611743" y="5029378"/>
              <a:ext cx="101" cy="83692"/>
            </a:xfrm>
            <a:custGeom>
              <a:avLst/>
              <a:gdLst/>
              <a:ahLst/>
              <a:cxnLst/>
              <a:rect l="l" t="t" r="r" b="b"/>
              <a:pathLst>
                <a:path w="1" h="828" fill="none" extrusionOk="0">
                  <a:moveTo>
                    <a:pt x="0" y="0"/>
                  </a:moveTo>
                  <a:lnTo>
                    <a:pt x="0" y="8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 name="Google Shape;123;p2"/>
            <p:cNvSpPr/>
            <p:nvPr/>
          </p:nvSpPr>
          <p:spPr>
            <a:xfrm>
              <a:off x="535729" y="5029378"/>
              <a:ext cx="101" cy="63376"/>
            </a:xfrm>
            <a:custGeom>
              <a:avLst/>
              <a:gdLst/>
              <a:ahLst/>
              <a:cxnLst/>
              <a:rect l="l" t="t" r="r" b="b"/>
              <a:pathLst>
                <a:path w="1" h="627" fill="none" extrusionOk="0">
                  <a:moveTo>
                    <a:pt x="1" y="0"/>
                  </a:moveTo>
                  <a:lnTo>
                    <a:pt x="1" y="6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 name="Google Shape;124;p2"/>
            <p:cNvSpPr/>
            <p:nvPr/>
          </p:nvSpPr>
          <p:spPr>
            <a:xfrm rot="5400000" flipH="1">
              <a:off x="1339300" y="4319646"/>
              <a:ext cx="345501" cy="1400147"/>
            </a:xfrm>
            <a:custGeom>
              <a:avLst/>
              <a:gdLst/>
              <a:ahLst/>
              <a:cxnLst/>
              <a:rect l="l" t="t" r="r" b="b"/>
              <a:pathLst>
                <a:path w="1330" h="5390" fill="none" extrusionOk="0">
                  <a:moveTo>
                    <a:pt x="1329" y="5389"/>
                  </a:moveTo>
                  <a:lnTo>
                    <a:pt x="1329" y="2808"/>
                  </a:lnTo>
                  <a:lnTo>
                    <a:pt x="1" y="1504"/>
                  </a:ln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 name="Google Shape;125;p2"/>
            <p:cNvSpPr/>
            <p:nvPr/>
          </p:nvSpPr>
          <p:spPr>
            <a:xfrm>
              <a:off x="201348" y="4418870"/>
              <a:ext cx="486510" cy="486486"/>
            </a:xfrm>
            <a:custGeom>
              <a:avLst/>
              <a:gdLst/>
              <a:ahLst/>
              <a:cxnLst/>
              <a:rect l="l" t="t" r="r" b="b"/>
              <a:pathLst>
                <a:path w="4813" h="4813" fill="none" extrusionOk="0">
                  <a:moveTo>
                    <a:pt x="0" y="0"/>
                  </a:moveTo>
                  <a:lnTo>
                    <a:pt x="4812" y="0"/>
                  </a:lnTo>
                  <a:lnTo>
                    <a:pt x="4812" y="4812"/>
                  </a:lnTo>
                  <a:lnTo>
                    <a:pt x="0" y="4812"/>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 name="Google Shape;126;p2"/>
            <p:cNvSpPr/>
            <p:nvPr/>
          </p:nvSpPr>
          <p:spPr>
            <a:xfrm>
              <a:off x="282416" y="4499934"/>
              <a:ext cx="324374" cy="324358"/>
            </a:xfrm>
            <a:custGeom>
              <a:avLst/>
              <a:gdLst/>
              <a:ahLst/>
              <a:cxnLst/>
              <a:rect l="l" t="t" r="r" b="b"/>
              <a:pathLst>
                <a:path w="3209" h="3209" extrusionOk="0">
                  <a:moveTo>
                    <a:pt x="0" y="0"/>
                  </a:moveTo>
                  <a:lnTo>
                    <a:pt x="0" y="3208"/>
                  </a:lnTo>
                  <a:lnTo>
                    <a:pt x="3208" y="3208"/>
                  </a:lnTo>
                  <a:lnTo>
                    <a:pt x="3208" y="0"/>
                  </a:lnTo>
                  <a:close/>
                </a:path>
              </a:pathLst>
            </a:custGeom>
            <a:solidFill>
              <a:schemeClr val="dk2"/>
            </a:solid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7" name="Google Shape;127;p2"/>
            <p:cNvSpPr/>
            <p:nvPr/>
          </p:nvSpPr>
          <p:spPr>
            <a:xfrm>
              <a:off x="153233" y="4388445"/>
              <a:ext cx="101" cy="527018"/>
            </a:xfrm>
            <a:custGeom>
              <a:avLst/>
              <a:gdLst/>
              <a:ahLst/>
              <a:cxnLst/>
              <a:rect l="l" t="t" r="r" b="b"/>
              <a:pathLst>
                <a:path w="1" h="5214" fill="none" extrusionOk="0">
                  <a:moveTo>
                    <a:pt x="0" y="5213"/>
                  </a:moveTo>
                  <a:lnTo>
                    <a:pt x="0"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 name="Google Shape;128;p2"/>
            <p:cNvSpPr/>
            <p:nvPr/>
          </p:nvSpPr>
          <p:spPr>
            <a:xfrm>
              <a:off x="153233" y="4370656"/>
              <a:ext cx="101" cy="101"/>
            </a:xfrm>
            <a:custGeom>
              <a:avLst/>
              <a:gdLst/>
              <a:ahLst/>
              <a:cxnLst/>
              <a:rect l="l" t="t" r="r" b="b"/>
              <a:pathLst>
                <a:path w="1" h="1" fill="none" extrusionOk="0">
                  <a:moveTo>
                    <a:pt x="0" y="1"/>
                  </a:moveTo>
                  <a:lnTo>
                    <a:pt x="0" y="1"/>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 name="Google Shape;129;p2"/>
            <p:cNvSpPr/>
            <p:nvPr/>
          </p:nvSpPr>
          <p:spPr>
            <a:xfrm>
              <a:off x="191139" y="4370656"/>
              <a:ext cx="527145" cy="101"/>
            </a:xfrm>
            <a:custGeom>
              <a:avLst/>
              <a:gdLst/>
              <a:ahLst/>
              <a:cxnLst/>
              <a:rect l="l" t="t" r="r" b="b"/>
              <a:pathLst>
                <a:path w="5215" h="1" fill="none" extrusionOk="0">
                  <a:moveTo>
                    <a:pt x="1" y="1"/>
                  </a:moveTo>
                  <a:lnTo>
                    <a:pt x="5214"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 name="Google Shape;130;p2"/>
            <p:cNvSpPr/>
            <p:nvPr/>
          </p:nvSpPr>
          <p:spPr>
            <a:xfrm>
              <a:off x="735872" y="4370656"/>
              <a:ext cx="101" cy="101"/>
            </a:xfrm>
            <a:custGeom>
              <a:avLst/>
              <a:gdLst/>
              <a:ahLst/>
              <a:cxnLst/>
              <a:rect l="l" t="t" r="r" b="b"/>
              <a:pathLst>
                <a:path w="1" h="1" fill="none" extrusionOk="0">
                  <a:moveTo>
                    <a:pt x="0" y="1"/>
                  </a:moveTo>
                  <a:lnTo>
                    <a:pt x="0" y="1"/>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 name="Google Shape;131;p2"/>
            <p:cNvSpPr/>
            <p:nvPr/>
          </p:nvSpPr>
          <p:spPr>
            <a:xfrm>
              <a:off x="735872" y="4406134"/>
              <a:ext cx="101" cy="527018"/>
            </a:xfrm>
            <a:custGeom>
              <a:avLst/>
              <a:gdLst/>
              <a:ahLst/>
              <a:cxnLst/>
              <a:rect l="l" t="t" r="r" b="b"/>
              <a:pathLst>
                <a:path w="1" h="5214" fill="none" extrusionOk="0">
                  <a:moveTo>
                    <a:pt x="0" y="1"/>
                  </a:moveTo>
                  <a:lnTo>
                    <a:pt x="0" y="5214"/>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 name="Google Shape;132;p2"/>
            <p:cNvSpPr/>
            <p:nvPr/>
          </p:nvSpPr>
          <p:spPr>
            <a:xfrm>
              <a:off x="79746" y="4297273"/>
              <a:ext cx="732242" cy="729678"/>
            </a:xfrm>
            <a:custGeom>
              <a:avLst/>
              <a:gdLst/>
              <a:ahLst/>
              <a:cxnLst/>
              <a:rect l="l" t="t" r="r" b="b"/>
              <a:pathLst>
                <a:path w="7244" h="7219" fill="none" extrusionOk="0">
                  <a:moveTo>
                    <a:pt x="0" y="0"/>
                  </a:moveTo>
                  <a:lnTo>
                    <a:pt x="7243" y="0"/>
                  </a:lnTo>
                  <a:lnTo>
                    <a:pt x="7243" y="7218"/>
                  </a:lnTo>
                  <a:lnTo>
                    <a:pt x="0" y="7218"/>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 name="Google Shape;133;p2"/>
            <p:cNvSpPr/>
            <p:nvPr/>
          </p:nvSpPr>
          <p:spPr>
            <a:xfrm>
              <a:off x="331917" y="3334954"/>
              <a:ext cx="201068" cy="201068"/>
            </a:xfrm>
            <a:custGeom>
              <a:avLst/>
              <a:gdLst/>
              <a:ahLst/>
              <a:cxnLst/>
              <a:rect l="l" t="t" r="r" b="b"/>
              <a:pathLst>
                <a:path w="1204" h="1204" fill="none" extrusionOk="0">
                  <a:moveTo>
                    <a:pt x="602" y="0"/>
                  </a:moveTo>
                  <a:cubicBezTo>
                    <a:pt x="928" y="0"/>
                    <a:pt x="1204" y="276"/>
                    <a:pt x="1204" y="602"/>
                  </a:cubicBezTo>
                  <a:cubicBezTo>
                    <a:pt x="1204" y="928"/>
                    <a:pt x="928" y="1203"/>
                    <a:pt x="602" y="1203"/>
                  </a:cubicBezTo>
                  <a:cubicBezTo>
                    <a:pt x="276" y="1203"/>
                    <a:pt x="1" y="928"/>
                    <a:pt x="1" y="602"/>
                  </a:cubicBezTo>
                  <a:cubicBezTo>
                    <a:pt x="1" y="276"/>
                    <a:pt x="276" y="0"/>
                    <a:pt x="602" y="0"/>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34" name="Google Shape;134;p2"/>
            <p:cNvCxnSpPr/>
            <p:nvPr/>
          </p:nvCxnSpPr>
          <p:spPr>
            <a:xfrm rot="10800000">
              <a:off x="432450" y="3536025"/>
              <a:ext cx="0" cy="764700"/>
            </a:xfrm>
            <a:prstGeom prst="straightConnector1">
              <a:avLst/>
            </a:prstGeom>
            <a:noFill/>
            <a:ln w="19050" cap="flat" cmpd="sng">
              <a:solidFill>
                <a:schemeClr val="accent2"/>
              </a:solidFill>
              <a:prstDash val="solid"/>
              <a:round/>
              <a:headEnd type="none" w="med" len="med"/>
              <a:tailEnd type="none" w="med" len="med"/>
            </a:ln>
          </p:spPr>
        </p:cxnSp>
        <p:sp>
          <p:nvSpPr>
            <p:cNvPr id="135" name="Google Shape;135;p2"/>
            <p:cNvSpPr/>
            <p:nvPr/>
          </p:nvSpPr>
          <p:spPr>
            <a:xfrm>
              <a:off x="553421" y="3371325"/>
              <a:ext cx="163326" cy="921005"/>
            </a:xfrm>
            <a:custGeom>
              <a:avLst/>
              <a:gdLst/>
              <a:ahLst/>
              <a:cxnLst/>
              <a:rect l="l" t="t" r="r" b="b"/>
              <a:pathLst>
                <a:path w="978" h="5515" fill="none" extrusionOk="0">
                  <a:moveTo>
                    <a:pt x="0" y="5514"/>
                  </a:moveTo>
                  <a:lnTo>
                    <a:pt x="0" y="3509"/>
                  </a:lnTo>
                  <a:lnTo>
                    <a:pt x="977" y="2532"/>
                  </a:lnTo>
                  <a:lnTo>
                    <a:pt x="977"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 name="Google Shape;136;p2"/>
            <p:cNvSpPr/>
            <p:nvPr/>
          </p:nvSpPr>
          <p:spPr>
            <a:xfrm>
              <a:off x="133388" y="3392200"/>
              <a:ext cx="222110" cy="900130"/>
            </a:xfrm>
            <a:custGeom>
              <a:avLst/>
              <a:gdLst/>
              <a:ahLst/>
              <a:cxnLst/>
              <a:rect l="l" t="t" r="r" b="b"/>
              <a:pathLst>
                <a:path w="1330" h="5390" fill="none" extrusionOk="0">
                  <a:moveTo>
                    <a:pt x="1329" y="5389"/>
                  </a:moveTo>
                  <a:lnTo>
                    <a:pt x="1329" y="2808"/>
                  </a:lnTo>
                  <a:lnTo>
                    <a:pt x="1" y="1504"/>
                  </a:ln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 name="Google Shape;137;p2"/>
            <p:cNvSpPr/>
            <p:nvPr/>
          </p:nvSpPr>
          <p:spPr>
            <a:xfrm>
              <a:off x="279842" y="3919750"/>
              <a:ext cx="167" cy="372577"/>
            </a:xfrm>
            <a:custGeom>
              <a:avLst/>
              <a:gdLst/>
              <a:ahLst/>
              <a:cxnLst/>
              <a:rect l="l" t="t" r="r" b="b"/>
              <a:pathLst>
                <a:path w="1" h="2231" fill="none" extrusionOk="0">
                  <a:moveTo>
                    <a:pt x="1" y="2231"/>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 name="Google Shape;138;p2"/>
            <p:cNvSpPr/>
            <p:nvPr/>
          </p:nvSpPr>
          <p:spPr>
            <a:xfrm>
              <a:off x="647217" y="3919750"/>
              <a:ext cx="167" cy="372577"/>
            </a:xfrm>
            <a:custGeom>
              <a:avLst/>
              <a:gdLst/>
              <a:ahLst/>
              <a:cxnLst/>
              <a:rect l="l" t="t" r="r" b="b"/>
              <a:pathLst>
                <a:path w="1" h="2231" fill="none" extrusionOk="0">
                  <a:moveTo>
                    <a:pt x="0" y="2231"/>
                  </a:moveTo>
                  <a:lnTo>
                    <a:pt x="0"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 name="Google Shape;139;p2"/>
            <p:cNvSpPr/>
            <p:nvPr/>
          </p:nvSpPr>
          <p:spPr>
            <a:xfrm>
              <a:off x="-64791" y="4659535"/>
              <a:ext cx="144548" cy="101"/>
            </a:xfrm>
            <a:custGeom>
              <a:avLst/>
              <a:gdLst/>
              <a:ahLst/>
              <a:cxnLst/>
              <a:rect l="l" t="t" r="r" b="b"/>
              <a:pathLst>
                <a:path w="1430" h="1" fill="none" extrusionOk="0">
                  <a:moveTo>
                    <a:pt x="1430"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0" name="Google Shape;140;p2"/>
            <p:cNvSpPr/>
            <p:nvPr/>
          </p:nvSpPr>
          <p:spPr>
            <a:xfrm>
              <a:off x="11223" y="4537939"/>
              <a:ext cx="68534" cy="101"/>
            </a:xfrm>
            <a:custGeom>
              <a:avLst/>
              <a:gdLst/>
              <a:ahLst/>
              <a:cxnLst/>
              <a:rect l="l" t="t" r="r" b="b"/>
              <a:pathLst>
                <a:path w="678" h="1" fill="none" extrusionOk="0">
                  <a:moveTo>
                    <a:pt x="678"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 name="Google Shape;141;p2"/>
            <p:cNvSpPr/>
            <p:nvPr/>
          </p:nvSpPr>
          <p:spPr>
            <a:xfrm>
              <a:off x="-26784" y="4444139"/>
              <a:ext cx="106541" cy="101"/>
            </a:xfrm>
            <a:custGeom>
              <a:avLst/>
              <a:gdLst/>
              <a:ahLst/>
              <a:cxnLst/>
              <a:rect l="l" t="t" r="r" b="b"/>
              <a:pathLst>
                <a:path w="1054" h="1" fill="none" extrusionOk="0">
                  <a:moveTo>
                    <a:pt x="1054"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 name="Google Shape;142;p2"/>
            <p:cNvSpPr/>
            <p:nvPr/>
          </p:nvSpPr>
          <p:spPr>
            <a:xfrm>
              <a:off x="811974" y="4479617"/>
              <a:ext cx="83696" cy="101"/>
            </a:xfrm>
            <a:custGeom>
              <a:avLst/>
              <a:gdLst/>
              <a:ahLst/>
              <a:cxnLst/>
              <a:rect l="l" t="t" r="r" b="b"/>
              <a:pathLst>
                <a:path w="828" h="1" fill="none" extrusionOk="0">
                  <a:moveTo>
                    <a:pt x="1" y="1"/>
                  </a:moveTo>
                  <a:lnTo>
                    <a:pt x="828"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 name="Google Shape;143;p2"/>
            <p:cNvSpPr/>
            <p:nvPr/>
          </p:nvSpPr>
          <p:spPr>
            <a:xfrm>
              <a:off x="811974" y="4555627"/>
              <a:ext cx="63480" cy="101"/>
            </a:xfrm>
            <a:custGeom>
              <a:avLst/>
              <a:gdLst/>
              <a:ahLst/>
              <a:cxnLst/>
              <a:rect l="l" t="t" r="r" b="b"/>
              <a:pathLst>
                <a:path w="628" h="1" fill="none" extrusionOk="0">
                  <a:moveTo>
                    <a:pt x="1" y="1"/>
                  </a:moveTo>
                  <a:lnTo>
                    <a:pt x="627"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 name="Google Shape;144;p2"/>
            <p:cNvSpPr/>
            <p:nvPr/>
          </p:nvSpPr>
          <p:spPr>
            <a:xfrm rot="5400000">
              <a:off x="2172928" y="4531170"/>
              <a:ext cx="201068" cy="201068"/>
            </a:xfrm>
            <a:custGeom>
              <a:avLst/>
              <a:gdLst/>
              <a:ahLst/>
              <a:cxnLst/>
              <a:rect l="l" t="t" r="r" b="b"/>
              <a:pathLst>
                <a:path w="1204" h="1204" fill="none" extrusionOk="0">
                  <a:moveTo>
                    <a:pt x="602" y="0"/>
                  </a:moveTo>
                  <a:cubicBezTo>
                    <a:pt x="928" y="0"/>
                    <a:pt x="1204" y="276"/>
                    <a:pt x="1204" y="602"/>
                  </a:cubicBezTo>
                  <a:cubicBezTo>
                    <a:pt x="1204" y="928"/>
                    <a:pt x="928" y="1203"/>
                    <a:pt x="602" y="1203"/>
                  </a:cubicBezTo>
                  <a:cubicBezTo>
                    <a:pt x="276" y="1203"/>
                    <a:pt x="1" y="928"/>
                    <a:pt x="1" y="602"/>
                  </a:cubicBezTo>
                  <a:cubicBezTo>
                    <a:pt x="1" y="276"/>
                    <a:pt x="276" y="0"/>
                    <a:pt x="602" y="0"/>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45" name="Google Shape;145;p2"/>
            <p:cNvCxnSpPr/>
            <p:nvPr/>
          </p:nvCxnSpPr>
          <p:spPr>
            <a:xfrm>
              <a:off x="809451" y="4631704"/>
              <a:ext cx="1366200" cy="0"/>
            </a:xfrm>
            <a:prstGeom prst="straightConnector1">
              <a:avLst/>
            </a:prstGeom>
            <a:noFill/>
            <a:ln w="19050" cap="flat" cmpd="sng">
              <a:solidFill>
                <a:schemeClr val="accent2"/>
              </a:solidFill>
              <a:prstDash val="solid"/>
              <a:round/>
              <a:headEnd type="none" w="med" len="med"/>
              <a:tailEnd type="none" w="med" len="med"/>
            </a:ln>
          </p:spPr>
        </p:cxnSp>
      </p:grpSp>
      <p:grpSp>
        <p:nvGrpSpPr>
          <p:cNvPr id="146" name="Google Shape;146;p2"/>
          <p:cNvGrpSpPr/>
          <p:nvPr/>
        </p:nvGrpSpPr>
        <p:grpSpPr>
          <a:xfrm>
            <a:off x="5266248" y="4230494"/>
            <a:ext cx="3157758" cy="296582"/>
            <a:chOff x="5266248" y="4230494"/>
            <a:chExt cx="3157758" cy="296582"/>
          </a:xfrm>
        </p:grpSpPr>
        <p:sp>
          <p:nvSpPr>
            <p:cNvPr id="147" name="Google Shape;147;p2"/>
            <p:cNvSpPr/>
            <p:nvPr/>
          </p:nvSpPr>
          <p:spPr>
            <a:xfrm>
              <a:off x="5266248"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 name="Google Shape;148;p2"/>
            <p:cNvSpPr/>
            <p:nvPr/>
          </p:nvSpPr>
          <p:spPr>
            <a:xfrm>
              <a:off x="5459599" y="4230494"/>
              <a:ext cx="103232" cy="296582"/>
            </a:xfrm>
            <a:custGeom>
              <a:avLst/>
              <a:gdLst/>
              <a:ahLst/>
              <a:cxnLst/>
              <a:rect l="l" t="t" r="r" b="b"/>
              <a:pathLst>
                <a:path w="803" h="2307" extrusionOk="0">
                  <a:moveTo>
                    <a:pt x="0" y="0"/>
                  </a:moveTo>
                  <a:lnTo>
                    <a:pt x="0" y="2306"/>
                  </a:lnTo>
                  <a:lnTo>
                    <a:pt x="802" y="2306"/>
                  </a:lnTo>
                  <a:lnTo>
                    <a:pt x="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 name="Google Shape;149;p2"/>
            <p:cNvSpPr/>
            <p:nvPr/>
          </p:nvSpPr>
          <p:spPr>
            <a:xfrm>
              <a:off x="5649735" y="4230494"/>
              <a:ext cx="103232" cy="296582"/>
            </a:xfrm>
            <a:custGeom>
              <a:avLst/>
              <a:gdLst/>
              <a:ahLst/>
              <a:cxnLst/>
              <a:rect l="l" t="t" r="r" b="b"/>
              <a:pathLst>
                <a:path w="803" h="2307" extrusionOk="0">
                  <a:moveTo>
                    <a:pt x="0" y="0"/>
                  </a:moveTo>
                  <a:lnTo>
                    <a:pt x="0" y="2306"/>
                  </a:lnTo>
                  <a:lnTo>
                    <a:pt x="802" y="2306"/>
                  </a:lnTo>
                  <a:lnTo>
                    <a:pt x="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 name="Google Shape;150;p2"/>
            <p:cNvSpPr/>
            <p:nvPr/>
          </p:nvSpPr>
          <p:spPr>
            <a:xfrm>
              <a:off x="5839743"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 name="Google Shape;151;p2"/>
            <p:cNvSpPr/>
            <p:nvPr/>
          </p:nvSpPr>
          <p:spPr>
            <a:xfrm>
              <a:off x="6029880"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 name="Google Shape;152;p2"/>
            <p:cNvSpPr/>
            <p:nvPr/>
          </p:nvSpPr>
          <p:spPr>
            <a:xfrm>
              <a:off x="6220016" y="4230494"/>
              <a:ext cx="106446" cy="296582"/>
            </a:xfrm>
            <a:custGeom>
              <a:avLst/>
              <a:gdLst/>
              <a:ahLst/>
              <a:cxnLst/>
              <a:rect l="l" t="t" r="r" b="b"/>
              <a:pathLst>
                <a:path w="828" h="2307" extrusionOk="0">
                  <a:moveTo>
                    <a:pt x="0" y="0"/>
                  </a:moveTo>
                  <a:lnTo>
                    <a:pt x="0" y="2306"/>
                  </a:lnTo>
                  <a:lnTo>
                    <a:pt x="827" y="2306"/>
                  </a:lnTo>
                  <a:lnTo>
                    <a:pt x="8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 name="Google Shape;153;p2"/>
            <p:cNvSpPr/>
            <p:nvPr/>
          </p:nvSpPr>
          <p:spPr>
            <a:xfrm>
              <a:off x="6413238"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 name="Google Shape;154;p2"/>
            <p:cNvSpPr/>
            <p:nvPr/>
          </p:nvSpPr>
          <p:spPr>
            <a:xfrm>
              <a:off x="6603375"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 name="Google Shape;155;p2"/>
            <p:cNvSpPr/>
            <p:nvPr/>
          </p:nvSpPr>
          <p:spPr>
            <a:xfrm>
              <a:off x="6793511"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 name="Google Shape;156;p2"/>
            <p:cNvSpPr/>
            <p:nvPr/>
          </p:nvSpPr>
          <p:spPr>
            <a:xfrm>
              <a:off x="6983648"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 name="Google Shape;157;p2"/>
            <p:cNvSpPr/>
            <p:nvPr/>
          </p:nvSpPr>
          <p:spPr>
            <a:xfrm>
              <a:off x="7176870"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 name="Google Shape;158;p2"/>
            <p:cNvSpPr/>
            <p:nvPr/>
          </p:nvSpPr>
          <p:spPr>
            <a:xfrm>
              <a:off x="7367006"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 name="Google Shape;159;p2"/>
            <p:cNvSpPr/>
            <p:nvPr/>
          </p:nvSpPr>
          <p:spPr>
            <a:xfrm>
              <a:off x="7557143"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 name="Google Shape;160;p2"/>
            <p:cNvSpPr/>
            <p:nvPr/>
          </p:nvSpPr>
          <p:spPr>
            <a:xfrm>
              <a:off x="7747151"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 name="Google Shape;161;p2"/>
            <p:cNvSpPr/>
            <p:nvPr/>
          </p:nvSpPr>
          <p:spPr>
            <a:xfrm>
              <a:off x="7940501"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2" name="Google Shape;162;p2"/>
            <p:cNvSpPr/>
            <p:nvPr/>
          </p:nvSpPr>
          <p:spPr>
            <a:xfrm>
              <a:off x="8130638"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 name="Google Shape;163;p2"/>
            <p:cNvSpPr/>
            <p:nvPr/>
          </p:nvSpPr>
          <p:spPr>
            <a:xfrm>
              <a:off x="8320774"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64" name="Google Shape;164;p2"/>
          <p:cNvSpPr txBox="1"/>
          <p:nvPr>
            <p:ph type="ctrTitle"/>
          </p:nvPr>
        </p:nvSpPr>
        <p:spPr>
          <a:xfrm>
            <a:off x="1009200" y="1741047"/>
            <a:ext cx="7125600" cy="1147200"/>
          </a:xfrm>
          <a:prstGeom prst="rect">
            <a:avLst/>
          </a:prstGeom>
        </p:spPr>
        <p:txBody>
          <a:bodyPr spcFirstLastPara="1" wrap="square" lIns="0" tIns="0" rIns="0" bIns="0" anchor="ctr" anchorCtr="0">
            <a:noAutofit/>
          </a:bodyPr>
          <a:lstStyle>
            <a:lvl1pPr lvl="0" algn="ctr">
              <a:spcBef>
                <a:spcPts val="0"/>
              </a:spcBef>
              <a:spcAft>
                <a:spcPts val="0"/>
              </a:spcAft>
              <a:buSzPts val="5200"/>
              <a:buNone/>
              <a:defRPr sz="6100">
                <a:solidFill>
                  <a:srgbClr val="FFFFFF"/>
                </a:solidFill>
                <a:latin typeface="Bebas Neue" panose="020B0606020202050201"/>
                <a:ea typeface="Bebas Neue" panose="020B0606020202050201"/>
                <a:cs typeface="Bebas Neue" panose="020B0606020202050201"/>
                <a:sym typeface="Bebas Neue" panose="020B0606020202050201"/>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65" name="Google Shape;165;p2"/>
          <p:cNvSpPr txBox="1"/>
          <p:nvPr>
            <p:ph type="subTitle" idx="1"/>
          </p:nvPr>
        </p:nvSpPr>
        <p:spPr>
          <a:xfrm>
            <a:off x="1009200" y="2888246"/>
            <a:ext cx="7125600" cy="514200"/>
          </a:xfrm>
          <a:prstGeom prst="rect">
            <a:avLst/>
          </a:prstGeom>
        </p:spPr>
        <p:txBody>
          <a:bodyPr spcFirstLastPara="1" wrap="square" lIns="0" tIns="0" rIns="0" bIns="0" anchor="ctr" anchorCtr="0">
            <a:noAutofit/>
          </a:bodyPr>
          <a:lstStyle>
            <a:lvl1pPr lvl="0" algn="ctr">
              <a:lnSpc>
                <a:spcPct val="100000"/>
              </a:lnSpc>
              <a:spcBef>
                <a:spcPts val="0"/>
              </a:spcBef>
              <a:spcAft>
                <a:spcPts val="0"/>
              </a:spcAft>
              <a:buSzPts val="2800"/>
              <a:buNone/>
              <a:defRPr sz="2800">
                <a:solidFill>
                  <a:srgbClr val="00F4AD"/>
                </a:solidFill>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grpSp>
        <p:nvGrpSpPr>
          <p:cNvPr id="166" name="Google Shape;166;p2"/>
          <p:cNvGrpSpPr/>
          <p:nvPr/>
        </p:nvGrpSpPr>
        <p:grpSpPr>
          <a:xfrm>
            <a:off x="207789" y="1295745"/>
            <a:ext cx="552301" cy="552301"/>
            <a:chOff x="1387350" y="1218075"/>
            <a:chExt cx="209300" cy="209300"/>
          </a:xfrm>
        </p:grpSpPr>
        <p:sp>
          <p:nvSpPr>
            <p:cNvPr id="167" name="Google Shape;167;p2"/>
            <p:cNvSpPr/>
            <p:nvPr/>
          </p:nvSpPr>
          <p:spPr>
            <a:xfrm>
              <a:off x="1387350" y="1218075"/>
              <a:ext cx="209300" cy="209300"/>
            </a:xfrm>
            <a:custGeom>
              <a:avLst/>
              <a:gdLst/>
              <a:ahLst/>
              <a:cxnLst/>
              <a:rect l="l" t="t" r="r" b="b"/>
              <a:pathLst>
                <a:path w="8372" h="8372" extrusionOk="0">
                  <a:moveTo>
                    <a:pt x="3860" y="0"/>
                  </a:moveTo>
                  <a:lnTo>
                    <a:pt x="3560" y="727"/>
                  </a:lnTo>
                  <a:cubicBezTo>
                    <a:pt x="3234" y="777"/>
                    <a:pt x="2908" y="877"/>
                    <a:pt x="2632" y="1028"/>
                  </a:cubicBezTo>
                  <a:lnTo>
                    <a:pt x="1956" y="652"/>
                  </a:lnTo>
                  <a:cubicBezTo>
                    <a:pt x="1605" y="877"/>
                    <a:pt x="1279" y="1153"/>
                    <a:pt x="1003" y="1454"/>
                  </a:cubicBezTo>
                  <a:lnTo>
                    <a:pt x="1279" y="2181"/>
                  </a:lnTo>
                  <a:cubicBezTo>
                    <a:pt x="1103" y="2456"/>
                    <a:pt x="953" y="2757"/>
                    <a:pt x="853" y="3058"/>
                  </a:cubicBezTo>
                  <a:lnTo>
                    <a:pt x="101" y="3258"/>
                  </a:lnTo>
                  <a:cubicBezTo>
                    <a:pt x="26" y="3559"/>
                    <a:pt x="1" y="3860"/>
                    <a:pt x="1" y="4186"/>
                  </a:cubicBezTo>
                  <a:cubicBezTo>
                    <a:pt x="1" y="4286"/>
                    <a:pt x="1" y="4411"/>
                    <a:pt x="26" y="4512"/>
                  </a:cubicBezTo>
                  <a:lnTo>
                    <a:pt x="728" y="4812"/>
                  </a:lnTo>
                  <a:cubicBezTo>
                    <a:pt x="778" y="5163"/>
                    <a:pt x="878" y="5464"/>
                    <a:pt x="1028" y="5765"/>
                  </a:cubicBezTo>
                  <a:lnTo>
                    <a:pt x="652" y="6441"/>
                  </a:lnTo>
                  <a:cubicBezTo>
                    <a:pt x="878" y="6792"/>
                    <a:pt x="1154" y="7093"/>
                    <a:pt x="1454" y="7369"/>
                  </a:cubicBezTo>
                  <a:lnTo>
                    <a:pt x="2181" y="7093"/>
                  </a:lnTo>
                  <a:cubicBezTo>
                    <a:pt x="2457" y="7268"/>
                    <a:pt x="2758" y="7419"/>
                    <a:pt x="3058" y="7519"/>
                  </a:cubicBezTo>
                  <a:lnTo>
                    <a:pt x="3284" y="8271"/>
                  </a:lnTo>
                  <a:cubicBezTo>
                    <a:pt x="3560" y="8346"/>
                    <a:pt x="3885" y="8371"/>
                    <a:pt x="4186" y="8371"/>
                  </a:cubicBezTo>
                  <a:lnTo>
                    <a:pt x="4512" y="8371"/>
                  </a:lnTo>
                  <a:lnTo>
                    <a:pt x="4838" y="7644"/>
                  </a:lnTo>
                  <a:cubicBezTo>
                    <a:pt x="5164" y="7594"/>
                    <a:pt x="5464" y="7494"/>
                    <a:pt x="5765" y="7344"/>
                  </a:cubicBezTo>
                  <a:lnTo>
                    <a:pt x="6442" y="7720"/>
                  </a:lnTo>
                  <a:cubicBezTo>
                    <a:pt x="6793" y="7519"/>
                    <a:pt x="7093" y="7243"/>
                    <a:pt x="7369" y="6918"/>
                  </a:cubicBezTo>
                  <a:lnTo>
                    <a:pt x="7093" y="6191"/>
                  </a:lnTo>
                  <a:cubicBezTo>
                    <a:pt x="7269" y="5915"/>
                    <a:pt x="7419" y="5639"/>
                    <a:pt x="7545" y="5314"/>
                  </a:cubicBezTo>
                  <a:lnTo>
                    <a:pt x="8271" y="5113"/>
                  </a:lnTo>
                  <a:cubicBezTo>
                    <a:pt x="8347" y="4812"/>
                    <a:pt x="8372" y="4512"/>
                    <a:pt x="8372" y="4186"/>
                  </a:cubicBezTo>
                  <a:cubicBezTo>
                    <a:pt x="8372" y="4085"/>
                    <a:pt x="8372" y="3985"/>
                    <a:pt x="8372" y="3860"/>
                  </a:cubicBezTo>
                  <a:lnTo>
                    <a:pt x="7670" y="3559"/>
                  </a:lnTo>
                  <a:cubicBezTo>
                    <a:pt x="7595" y="3233"/>
                    <a:pt x="7494" y="2907"/>
                    <a:pt x="7344" y="2632"/>
                  </a:cubicBezTo>
                  <a:lnTo>
                    <a:pt x="7745" y="1955"/>
                  </a:lnTo>
                  <a:cubicBezTo>
                    <a:pt x="7520" y="1604"/>
                    <a:pt x="7244" y="1278"/>
                    <a:pt x="6918" y="1003"/>
                  </a:cubicBezTo>
                  <a:lnTo>
                    <a:pt x="6191" y="1278"/>
                  </a:lnTo>
                  <a:cubicBezTo>
                    <a:pt x="5941" y="1103"/>
                    <a:pt x="5640" y="953"/>
                    <a:pt x="5314" y="852"/>
                  </a:cubicBezTo>
                  <a:lnTo>
                    <a:pt x="5114" y="100"/>
                  </a:lnTo>
                  <a:cubicBezTo>
                    <a:pt x="4813" y="25"/>
                    <a:pt x="4512" y="0"/>
                    <a:pt x="4186" y="0"/>
                  </a:cubicBez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 name="Google Shape;168;p2"/>
            <p:cNvSpPr/>
            <p:nvPr/>
          </p:nvSpPr>
          <p:spPr>
            <a:xfrm>
              <a:off x="1387350" y="1218075"/>
              <a:ext cx="209300" cy="209300"/>
            </a:xfrm>
            <a:custGeom>
              <a:avLst/>
              <a:gdLst/>
              <a:ahLst/>
              <a:cxnLst/>
              <a:rect l="l" t="t" r="r" b="b"/>
              <a:pathLst>
                <a:path w="8372" h="8372" fill="none" extrusionOk="0">
                  <a:moveTo>
                    <a:pt x="8372" y="4186"/>
                  </a:moveTo>
                  <a:cubicBezTo>
                    <a:pt x="8372" y="4512"/>
                    <a:pt x="8347" y="4812"/>
                    <a:pt x="8271" y="5113"/>
                  </a:cubicBezTo>
                  <a:lnTo>
                    <a:pt x="7545" y="5314"/>
                  </a:lnTo>
                  <a:cubicBezTo>
                    <a:pt x="7419" y="5639"/>
                    <a:pt x="7269" y="5915"/>
                    <a:pt x="7093" y="6191"/>
                  </a:cubicBezTo>
                  <a:lnTo>
                    <a:pt x="7369" y="6918"/>
                  </a:lnTo>
                  <a:cubicBezTo>
                    <a:pt x="7093" y="7243"/>
                    <a:pt x="6793" y="7519"/>
                    <a:pt x="6442" y="7720"/>
                  </a:cubicBezTo>
                  <a:lnTo>
                    <a:pt x="5765" y="7344"/>
                  </a:lnTo>
                  <a:cubicBezTo>
                    <a:pt x="5464" y="7494"/>
                    <a:pt x="5164" y="7594"/>
                    <a:pt x="4838" y="7644"/>
                  </a:cubicBezTo>
                  <a:lnTo>
                    <a:pt x="4512" y="8371"/>
                  </a:lnTo>
                  <a:cubicBezTo>
                    <a:pt x="4412" y="8371"/>
                    <a:pt x="4312" y="8371"/>
                    <a:pt x="4186" y="8371"/>
                  </a:cubicBezTo>
                  <a:cubicBezTo>
                    <a:pt x="3885" y="8371"/>
                    <a:pt x="3560" y="8346"/>
                    <a:pt x="3284" y="8271"/>
                  </a:cubicBezTo>
                  <a:lnTo>
                    <a:pt x="3058" y="7519"/>
                  </a:lnTo>
                  <a:cubicBezTo>
                    <a:pt x="2758" y="7419"/>
                    <a:pt x="2457" y="7268"/>
                    <a:pt x="2181" y="7093"/>
                  </a:cubicBezTo>
                  <a:lnTo>
                    <a:pt x="1454" y="7369"/>
                  </a:lnTo>
                  <a:cubicBezTo>
                    <a:pt x="1154" y="7093"/>
                    <a:pt x="878" y="6792"/>
                    <a:pt x="652" y="6441"/>
                  </a:cubicBezTo>
                  <a:lnTo>
                    <a:pt x="1028" y="5765"/>
                  </a:lnTo>
                  <a:cubicBezTo>
                    <a:pt x="878" y="5464"/>
                    <a:pt x="778" y="5163"/>
                    <a:pt x="728" y="4812"/>
                  </a:cubicBezTo>
                  <a:lnTo>
                    <a:pt x="26" y="4512"/>
                  </a:lnTo>
                  <a:cubicBezTo>
                    <a:pt x="1" y="4411"/>
                    <a:pt x="1" y="4286"/>
                    <a:pt x="1" y="4186"/>
                  </a:cubicBezTo>
                  <a:cubicBezTo>
                    <a:pt x="1" y="3860"/>
                    <a:pt x="26" y="3559"/>
                    <a:pt x="101" y="3258"/>
                  </a:cubicBezTo>
                  <a:lnTo>
                    <a:pt x="853" y="3058"/>
                  </a:lnTo>
                  <a:cubicBezTo>
                    <a:pt x="953" y="2757"/>
                    <a:pt x="1103" y="2456"/>
                    <a:pt x="1279" y="2181"/>
                  </a:cubicBezTo>
                  <a:lnTo>
                    <a:pt x="1003" y="1454"/>
                  </a:lnTo>
                  <a:cubicBezTo>
                    <a:pt x="1279" y="1153"/>
                    <a:pt x="1605" y="877"/>
                    <a:pt x="1956" y="652"/>
                  </a:cubicBezTo>
                  <a:lnTo>
                    <a:pt x="2632" y="1028"/>
                  </a:lnTo>
                  <a:cubicBezTo>
                    <a:pt x="2908" y="877"/>
                    <a:pt x="3234" y="777"/>
                    <a:pt x="3560" y="727"/>
                  </a:cubicBezTo>
                  <a:lnTo>
                    <a:pt x="3860" y="0"/>
                  </a:lnTo>
                  <a:cubicBezTo>
                    <a:pt x="3986" y="0"/>
                    <a:pt x="4086" y="0"/>
                    <a:pt x="4186" y="0"/>
                  </a:cubicBezTo>
                  <a:cubicBezTo>
                    <a:pt x="4512" y="0"/>
                    <a:pt x="4813" y="25"/>
                    <a:pt x="5114" y="100"/>
                  </a:cubicBezTo>
                  <a:lnTo>
                    <a:pt x="5314" y="852"/>
                  </a:lnTo>
                  <a:cubicBezTo>
                    <a:pt x="5640" y="953"/>
                    <a:pt x="5941" y="1103"/>
                    <a:pt x="6191" y="1278"/>
                  </a:cubicBezTo>
                  <a:lnTo>
                    <a:pt x="6918" y="1003"/>
                  </a:lnTo>
                  <a:cubicBezTo>
                    <a:pt x="7244" y="1278"/>
                    <a:pt x="7520" y="1604"/>
                    <a:pt x="7745" y="1955"/>
                  </a:cubicBezTo>
                  <a:lnTo>
                    <a:pt x="7344" y="2632"/>
                  </a:lnTo>
                  <a:cubicBezTo>
                    <a:pt x="7494" y="2907"/>
                    <a:pt x="7595" y="3233"/>
                    <a:pt x="7670" y="3559"/>
                  </a:cubicBezTo>
                  <a:lnTo>
                    <a:pt x="8372" y="3860"/>
                  </a:lnTo>
                  <a:cubicBezTo>
                    <a:pt x="8372" y="3985"/>
                    <a:pt x="8372" y="4085"/>
                    <a:pt x="8372" y="4186"/>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 name="Google Shape;169;p2"/>
            <p:cNvSpPr/>
            <p:nvPr/>
          </p:nvSpPr>
          <p:spPr>
            <a:xfrm>
              <a:off x="1431850" y="1262550"/>
              <a:ext cx="120325" cy="120325"/>
            </a:xfrm>
            <a:custGeom>
              <a:avLst/>
              <a:gdLst/>
              <a:ahLst/>
              <a:cxnLst/>
              <a:rect l="l" t="t" r="r" b="b"/>
              <a:pathLst>
                <a:path w="4813" h="4813" extrusionOk="0">
                  <a:moveTo>
                    <a:pt x="2406" y="1"/>
                  </a:moveTo>
                  <a:cubicBezTo>
                    <a:pt x="1078" y="1"/>
                    <a:pt x="0" y="1078"/>
                    <a:pt x="0" y="2407"/>
                  </a:cubicBezTo>
                  <a:cubicBezTo>
                    <a:pt x="0" y="3735"/>
                    <a:pt x="1078" y="4813"/>
                    <a:pt x="2406" y="4813"/>
                  </a:cubicBezTo>
                  <a:cubicBezTo>
                    <a:pt x="3735" y="4813"/>
                    <a:pt x="4812" y="3735"/>
                    <a:pt x="4812" y="2407"/>
                  </a:cubicBezTo>
                  <a:cubicBezTo>
                    <a:pt x="4812" y="1078"/>
                    <a:pt x="3735" y="1"/>
                    <a:pt x="24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0" name="Google Shape;170;p2"/>
            <p:cNvSpPr/>
            <p:nvPr/>
          </p:nvSpPr>
          <p:spPr>
            <a:xfrm>
              <a:off x="1451275" y="1281975"/>
              <a:ext cx="81475" cy="81475"/>
            </a:xfrm>
            <a:custGeom>
              <a:avLst/>
              <a:gdLst/>
              <a:ahLst/>
              <a:cxnLst/>
              <a:rect l="l" t="t" r="r" b="b"/>
              <a:pathLst>
                <a:path w="3259" h="3259" fill="none" extrusionOk="0">
                  <a:moveTo>
                    <a:pt x="3258" y="1630"/>
                  </a:moveTo>
                  <a:cubicBezTo>
                    <a:pt x="3258" y="2532"/>
                    <a:pt x="2531" y="3259"/>
                    <a:pt x="1629" y="3259"/>
                  </a:cubicBezTo>
                  <a:cubicBezTo>
                    <a:pt x="727" y="3259"/>
                    <a:pt x="0" y="2532"/>
                    <a:pt x="0" y="1630"/>
                  </a:cubicBezTo>
                  <a:cubicBezTo>
                    <a:pt x="0" y="727"/>
                    <a:pt x="727" y="1"/>
                    <a:pt x="1629" y="1"/>
                  </a:cubicBezTo>
                  <a:cubicBezTo>
                    <a:pt x="2531" y="1"/>
                    <a:pt x="3258" y="727"/>
                    <a:pt x="3258" y="1630"/>
                  </a:cubicBezTo>
                  <a:close/>
                </a:path>
              </a:pathLst>
            </a:custGeom>
            <a:solidFill>
              <a:srgbClr val="0F3570"/>
            </a:solidFill>
            <a:ln w="9525" cap="flat" cmpd="sng">
              <a:solidFill>
                <a:schemeClr val="dk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71" name="Shape 171"/>
        <p:cNvGrpSpPr/>
        <p:nvPr/>
      </p:nvGrpSpPr>
      <p:grpSpPr>
        <a:xfrm>
          <a:off x="0" y="0"/>
          <a:ext cx="0" cy="0"/>
          <a:chOff x="0" y="0"/>
          <a:chExt cx="0" cy="0"/>
        </a:xfrm>
      </p:grpSpPr>
      <p:grpSp>
        <p:nvGrpSpPr>
          <p:cNvPr id="172" name="Google Shape;172;p3"/>
          <p:cNvGrpSpPr/>
          <p:nvPr/>
        </p:nvGrpSpPr>
        <p:grpSpPr>
          <a:xfrm>
            <a:off x="-3091593" y="-2017662"/>
            <a:ext cx="7908519" cy="3095522"/>
            <a:chOff x="-3091593" y="-1484262"/>
            <a:chExt cx="7908519" cy="3095522"/>
          </a:xfrm>
        </p:grpSpPr>
        <p:grpSp>
          <p:nvGrpSpPr>
            <p:cNvPr id="173" name="Google Shape;173;p3"/>
            <p:cNvGrpSpPr/>
            <p:nvPr/>
          </p:nvGrpSpPr>
          <p:grpSpPr>
            <a:xfrm>
              <a:off x="-3091593" y="-1484262"/>
              <a:ext cx="7884347" cy="3095522"/>
              <a:chOff x="-3091593" y="-1484262"/>
              <a:chExt cx="7884347" cy="3095522"/>
            </a:xfrm>
          </p:grpSpPr>
          <p:sp>
            <p:nvSpPr>
              <p:cNvPr id="174" name="Google Shape;174;p3"/>
              <p:cNvSpPr/>
              <p:nvPr/>
            </p:nvSpPr>
            <p:spPr>
              <a:xfrm rot="10800000">
                <a:off x="-3091593" y="-453301"/>
                <a:ext cx="5466211" cy="1127132"/>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 name="Google Shape;175;p3"/>
              <p:cNvSpPr/>
              <p:nvPr/>
            </p:nvSpPr>
            <p:spPr>
              <a:xfrm rot="10800000">
                <a:off x="-2488881" y="58715"/>
                <a:ext cx="6303378" cy="1490426"/>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 name="Google Shape;176;p3"/>
              <p:cNvSpPr/>
              <p:nvPr/>
            </p:nvSpPr>
            <p:spPr>
              <a:xfrm rot="10800000">
                <a:off x="-2860727" y="-1484262"/>
                <a:ext cx="6393739" cy="1984325"/>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 name="Google Shape;177;p3"/>
              <p:cNvSpPr/>
              <p:nvPr/>
            </p:nvSpPr>
            <p:spPr>
              <a:xfrm rot="10800000">
                <a:off x="-1953114" y="264887"/>
                <a:ext cx="4762126" cy="1309020"/>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 name="Google Shape;178;p3"/>
              <p:cNvSpPr/>
              <p:nvPr/>
            </p:nvSpPr>
            <p:spPr>
              <a:xfrm rot="10800000">
                <a:off x="-55114" y="833084"/>
                <a:ext cx="3182685" cy="7781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 name="Google Shape;179;p3"/>
              <p:cNvSpPr/>
              <p:nvPr/>
            </p:nvSpPr>
            <p:spPr>
              <a:xfrm rot="10800000">
                <a:off x="2654352" y="663960"/>
                <a:ext cx="2054994" cy="401407"/>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 name="Google Shape;180;p3"/>
              <p:cNvSpPr/>
              <p:nvPr/>
            </p:nvSpPr>
            <p:spPr>
              <a:xfrm rot="10800000">
                <a:off x="3113081" y="264887"/>
                <a:ext cx="1679673" cy="520720"/>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 name="Google Shape;181;p3"/>
              <p:cNvSpPr/>
              <p:nvPr/>
            </p:nvSpPr>
            <p:spPr>
              <a:xfrm rot="10800000">
                <a:off x="3798841" y="59274"/>
                <a:ext cx="993913" cy="45875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 name="Google Shape;182;p3"/>
              <p:cNvSpPr/>
              <p:nvPr/>
            </p:nvSpPr>
            <p:spPr>
              <a:xfrm rot="10800000">
                <a:off x="394353" y="672080"/>
                <a:ext cx="136695" cy="13669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 name="Google Shape;183;p3"/>
              <p:cNvSpPr/>
              <p:nvPr/>
            </p:nvSpPr>
            <p:spPr>
              <a:xfrm rot="10800000">
                <a:off x="418079" y="695805"/>
                <a:ext cx="88660" cy="89244"/>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 name="Google Shape;184;p3"/>
              <p:cNvSpPr/>
              <p:nvPr/>
            </p:nvSpPr>
            <p:spPr>
              <a:xfrm rot="10800000">
                <a:off x="2364747" y="600243"/>
                <a:ext cx="136721" cy="136721"/>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 name="Google Shape;185;p3"/>
              <p:cNvSpPr/>
              <p:nvPr/>
            </p:nvSpPr>
            <p:spPr>
              <a:xfrm rot="10800000">
                <a:off x="2389082" y="623994"/>
                <a:ext cx="88635" cy="89219"/>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 name="Google Shape;186;p3"/>
              <p:cNvSpPr/>
              <p:nvPr/>
            </p:nvSpPr>
            <p:spPr>
              <a:xfrm rot="10800000">
                <a:off x="3119450" y="794286"/>
                <a:ext cx="96171" cy="96171"/>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 name="Google Shape;187;p3"/>
              <p:cNvSpPr/>
              <p:nvPr/>
            </p:nvSpPr>
            <p:spPr>
              <a:xfrm rot="10800000">
                <a:off x="3137391" y="812226"/>
                <a:ext cx="60849" cy="60849"/>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8" name="Google Shape;188;p3"/>
              <p:cNvSpPr/>
              <p:nvPr/>
            </p:nvSpPr>
            <p:spPr>
              <a:xfrm rot="10800000">
                <a:off x="1773992" y="614732"/>
                <a:ext cx="107742" cy="107742"/>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9" name="Google Shape;189;p3"/>
              <p:cNvSpPr/>
              <p:nvPr/>
            </p:nvSpPr>
            <p:spPr>
              <a:xfrm rot="10800000">
                <a:off x="1389967" y="30321"/>
                <a:ext cx="66051" cy="66051"/>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0" name="Google Shape;190;p3"/>
              <p:cNvSpPr/>
              <p:nvPr/>
            </p:nvSpPr>
            <p:spPr>
              <a:xfrm rot="10800000">
                <a:off x="1117185" y="222029"/>
                <a:ext cx="145982" cy="146566"/>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1" name="Google Shape;191;p3"/>
              <p:cNvSpPr/>
              <p:nvPr/>
            </p:nvSpPr>
            <p:spPr>
              <a:xfrm rot="10800000">
                <a:off x="1142662" y="248089"/>
                <a:ext cx="95004" cy="94446"/>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2" name="Google Shape;192;p3"/>
              <p:cNvSpPr/>
              <p:nvPr/>
            </p:nvSpPr>
            <p:spPr>
              <a:xfrm rot="10800000">
                <a:off x="2750498" y="215660"/>
                <a:ext cx="107742" cy="107768"/>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3" name="Google Shape;193;p3"/>
              <p:cNvSpPr/>
              <p:nvPr/>
            </p:nvSpPr>
            <p:spPr>
              <a:xfrm rot="10800000">
                <a:off x="3063828" y="215660"/>
                <a:ext cx="107768" cy="107768"/>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4" name="Google Shape;194;p3"/>
              <p:cNvSpPr/>
              <p:nvPr/>
            </p:nvSpPr>
            <p:spPr>
              <a:xfrm rot="10800000">
                <a:off x="3750755" y="10630"/>
                <a:ext cx="107768" cy="107768"/>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5" name="Google Shape;195;p3"/>
              <p:cNvSpPr/>
              <p:nvPr/>
            </p:nvSpPr>
            <p:spPr>
              <a:xfrm rot="10800000">
                <a:off x="4206008" y="458930"/>
                <a:ext cx="107742" cy="107742"/>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6" name="Google Shape;196;p3"/>
              <p:cNvSpPr/>
              <p:nvPr/>
            </p:nvSpPr>
            <p:spPr>
              <a:xfrm rot="10800000">
                <a:off x="1527829" y="631531"/>
                <a:ext cx="73588" cy="74146"/>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7" name="Google Shape;197;p3"/>
              <p:cNvSpPr/>
              <p:nvPr/>
            </p:nvSpPr>
            <p:spPr>
              <a:xfrm rot="10800000">
                <a:off x="3486068" y="453144"/>
                <a:ext cx="74171" cy="74146"/>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8" name="Google Shape;198;p3"/>
              <p:cNvSpPr/>
              <p:nvPr/>
            </p:nvSpPr>
            <p:spPr>
              <a:xfrm rot="10800000">
                <a:off x="-539320" y="1055496"/>
                <a:ext cx="3040788" cy="9871"/>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99" name="Google Shape;199;p3"/>
              <p:cNvSpPr/>
              <p:nvPr/>
            </p:nvSpPr>
            <p:spPr>
              <a:xfrm rot="10800000">
                <a:off x="2486953" y="1023650"/>
                <a:ext cx="74171" cy="74146"/>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0" name="Google Shape;200;p3"/>
              <p:cNvSpPr/>
              <p:nvPr/>
            </p:nvSpPr>
            <p:spPr>
              <a:xfrm rot="10800000">
                <a:off x="-192368" y="1292955"/>
                <a:ext cx="280927" cy="175519"/>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01" name="Google Shape;201;p3"/>
            <p:cNvSpPr/>
            <p:nvPr/>
          </p:nvSpPr>
          <p:spPr>
            <a:xfrm rot="10800000">
              <a:off x="4766122" y="487397"/>
              <a:ext cx="50803" cy="50803"/>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02" name="Google Shape;202;p3"/>
          <p:cNvGrpSpPr/>
          <p:nvPr/>
        </p:nvGrpSpPr>
        <p:grpSpPr>
          <a:xfrm>
            <a:off x="296418" y="4572778"/>
            <a:ext cx="2668622" cy="250644"/>
            <a:chOff x="5926468" y="4708190"/>
            <a:chExt cx="2668622" cy="250644"/>
          </a:xfrm>
        </p:grpSpPr>
        <p:sp>
          <p:nvSpPr>
            <p:cNvPr id="203" name="Google Shape;203;p3"/>
            <p:cNvSpPr/>
            <p:nvPr/>
          </p:nvSpPr>
          <p:spPr>
            <a:xfrm>
              <a:off x="5926468" y="4708190"/>
              <a:ext cx="87242" cy="250644"/>
            </a:xfrm>
            <a:custGeom>
              <a:avLst/>
              <a:gdLst/>
              <a:ahLst/>
              <a:cxnLst/>
              <a:rect l="l" t="t" r="r" b="b"/>
              <a:pathLst>
                <a:path w="803" h="2307" extrusionOk="0">
                  <a:moveTo>
                    <a:pt x="1" y="0"/>
                  </a:moveTo>
                  <a:lnTo>
                    <a:pt x="1" y="2306"/>
                  </a:lnTo>
                  <a:lnTo>
                    <a:pt x="803" y="2306"/>
                  </a:lnTo>
                  <a:lnTo>
                    <a:pt x="8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4" name="Google Shape;204;p3"/>
            <p:cNvSpPr/>
            <p:nvPr/>
          </p:nvSpPr>
          <p:spPr>
            <a:xfrm>
              <a:off x="6089868" y="4708190"/>
              <a:ext cx="87242" cy="250644"/>
            </a:xfrm>
            <a:custGeom>
              <a:avLst/>
              <a:gdLst/>
              <a:ahLst/>
              <a:cxnLst/>
              <a:rect l="l" t="t" r="r" b="b"/>
              <a:pathLst>
                <a:path w="803" h="2307" extrusionOk="0">
                  <a:moveTo>
                    <a:pt x="0" y="0"/>
                  </a:moveTo>
                  <a:lnTo>
                    <a:pt x="0" y="2306"/>
                  </a:lnTo>
                  <a:lnTo>
                    <a:pt x="802" y="2306"/>
                  </a:lnTo>
                  <a:lnTo>
                    <a:pt x="8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5" name="Google Shape;205;p3"/>
            <p:cNvSpPr/>
            <p:nvPr/>
          </p:nvSpPr>
          <p:spPr>
            <a:xfrm>
              <a:off x="6250552" y="4708190"/>
              <a:ext cx="87242" cy="250644"/>
            </a:xfrm>
            <a:custGeom>
              <a:avLst/>
              <a:gdLst/>
              <a:ahLst/>
              <a:cxnLst/>
              <a:rect l="l" t="t" r="r" b="b"/>
              <a:pathLst>
                <a:path w="803" h="2307" extrusionOk="0">
                  <a:moveTo>
                    <a:pt x="0" y="0"/>
                  </a:moveTo>
                  <a:lnTo>
                    <a:pt x="0" y="2306"/>
                  </a:lnTo>
                  <a:lnTo>
                    <a:pt x="802" y="2306"/>
                  </a:lnTo>
                  <a:lnTo>
                    <a:pt x="8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 name="Google Shape;206;p3"/>
            <p:cNvSpPr/>
            <p:nvPr/>
          </p:nvSpPr>
          <p:spPr>
            <a:xfrm>
              <a:off x="6411128" y="4708190"/>
              <a:ext cx="87242" cy="250644"/>
            </a:xfrm>
            <a:custGeom>
              <a:avLst/>
              <a:gdLst/>
              <a:ahLst/>
              <a:cxnLst/>
              <a:rect l="l" t="t" r="r" b="b"/>
              <a:pathLst>
                <a:path w="803" h="2307" extrusionOk="0">
                  <a:moveTo>
                    <a:pt x="1" y="0"/>
                  </a:moveTo>
                  <a:lnTo>
                    <a:pt x="1" y="2306"/>
                  </a:lnTo>
                  <a:lnTo>
                    <a:pt x="803" y="2306"/>
                  </a:lnTo>
                  <a:lnTo>
                    <a:pt x="8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7" name="Google Shape;207;p3"/>
            <p:cNvSpPr/>
            <p:nvPr/>
          </p:nvSpPr>
          <p:spPr>
            <a:xfrm>
              <a:off x="6571813" y="4708190"/>
              <a:ext cx="87242" cy="250644"/>
            </a:xfrm>
            <a:custGeom>
              <a:avLst/>
              <a:gdLst/>
              <a:ahLst/>
              <a:cxnLst/>
              <a:rect l="l" t="t" r="r" b="b"/>
              <a:pathLst>
                <a:path w="803" h="2307" extrusionOk="0">
                  <a:moveTo>
                    <a:pt x="1" y="0"/>
                  </a:moveTo>
                  <a:lnTo>
                    <a:pt x="1" y="2306"/>
                  </a:lnTo>
                  <a:lnTo>
                    <a:pt x="803" y="2306"/>
                  </a:lnTo>
                  <a:lnTo>
                    <a:pt x="8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8" name="Google Shape;208;p3"/>
            <p:cNvSpPr/>
            <p:nvPr/>
          </p:nvSpPr>
          <p:spPr>
            <a:xfrm>
              <a:off x="6732497" y="4708190"/>
              <a:ext cx="89958" cy="250644"/>
            </a:xfrm>
            <a:custGeom>
              <a:avLst/>
              <a:gdLst/>
              <a:ahLst/>
              <a:cxnLst/>
              <a:rect l="l" t="t" r="r" b="b"/>
              <a:pathLst>
                <a:path w="828" h="2307" extrusionOk="0">
                  <a:moveTo>
                    <a:pt x="0" y="0"/>
                  </a:moveTo>
                  <a:lnTo>
                    <a:pt x="0" y="2306"/>
                  </a:lnTo>
                  <a:lnTo>
                    <a:pt x="827" y="2306"/>
                  </a:lnTo>
                  <a:lnTo>
                    <a:pt x="82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9" name="Google Shape;209;p3"/>
            <p:cNvSpPr/>
            <p:nvPr/>
          </p:nvSpPr>
          <p:spPr>
            <a:xfrm>
              <a:off x="6895789"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0" name="Google Shape;210;p3"/>
            <p:cNvSpPr/>
            <p:nvPr/>
          </p:nvSpPr>
          <p:spPr>
            <a:xfrm>
              <a:off x="7056473"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1" name="Google Shape;211;p3"/>
            <p:cNvSpPr/>
            <p:nvPr/>
          </p:nvSpPr>
          <p:spPr>
            <a:xfrm>
              <a:off x="7217158"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2" name="Google Shape;212;p3"/>
            <p:cNvSpPr/>
            <p:nvPr/>
          </p:nvSpPr>
          <p:spPr>
            <a:xfrm>
              <a:off x="7377842"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3" name="Google Shape;213;p3"/>
            <p:cNvSpPr/>
            <p:nvPr/>
          </p:nvSpPr>
          <p:spPr>
            <a:xfrm>
              <a:off x="7541134"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4" name="Google Shape;214;p3"/>
            <p:cNvSpPr/>
            <p:nvPr/>
          </p:nvSpPr>
          <p:spPr>
            <a:xfrm>
              <a:off x="7701818"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5" name="Google Shape;215;p3"/>
            <p:cNvSpPr/>
            <p:nvPr/>
          </p:nvSpPr>
          <p:spPr>
            <a:xfrm>
              <a:off x="7862503"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6" name="Google Shape;216;p3"/>
            <p:cNvSpPr/>
            <p:nvPr/>
          </p:nvSpPr>
          <p:spPr>
            <a:xfrm>
              <a:off x="8023078"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7" name="Google Shape;217;p3"/>
            <p:cNvSpPr/>
            <p:nvPr/>
          </p:nvSpPr>
          <p:spPr>
            <a:xfrm>
              <a:off x="8186479"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8" name="Google Shape;218;p3"/>
            <p:cNvSpPr/>
            <p:nvPr/>
          </p:nvSpPr>
          <p:spPr>
            <a:xfrm>
              <a:off x="8347163"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19" name="Google Shape;219;p3"/>
            <p:cNvSpPr/>
            <p:nvPr/>
          </p:nvSpPr>
          <p:spPr>
            <a:xfrm>
              <a:off x="8507848"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20" name="Google Shape;220;p3"/>
          <p:cNvSpPr txBox="1"/>
          <p:nvPr>
            <p:ph type="title"/>
          </p:nvPr>
        </p:nvSpPr>
        <p:spPr>
          <a:xfrm>
            <a:off x="720000" y="1581275"/>
            <a:ext cx="3509700" cy="633000"/>
          </a:xfrm>
          <a:prstGeom prst="rect">
            <a:avLst/>
          </a:prstGeom>
        </p:spPr>
        <p:txBody>
          <a:bodyPr spcFirstLastPara="1" wrap="square" lIns="0" tIns="0" rIns="0" bIns="0" anchor="ctr" anchorCtr="0">
            <a:noAutofit/>
          </a:bodyPr>
          <a:lstStyle>
            <a:lvl1pPr lvl="0" algn="l">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21" name="Google Shape;221;p3"/>
          <p:cNvSpPr txBox="1"/>
          <p:nvPr>
            <p:ph type="subTitle" idx="1"/>
          </p:nvPr>
        </p:nvSpPr>
        <p:spPr>
          <a:xfrm>
            <a:off x="720000" y="2616563"/>
            <a:ext cx="3509700" cy="13896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p:txBody>
      </p:sp>
      <p:sp>
        <p:nvSpPr>
          <p:cNvPr id="222" name="Google Shape;222;p3"/>
          <p:cNvSpPr/>
          <p:nvPr/>
        </p:nvSpPr>
        <p:spPr>
          <a:xfrm>
            <a:off x="4410200" y="570713"/>
            <a:ext cx="4659902" cy="4002069"/>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223" name="Shape 223"/>
        <p:cNvGrpSpPr/>
        <p:nvPr/>
      </p:nvGrpSpPr>
      <p:grpSpPr>
        <a:xfrm>
          <a:off x="0" y="0"/>
          <a:ext cx="0" cy="0"/>
          <a:chOff x="0" y="0"/>
          <a:chExt cx="0" cy="0"/>
        </a:xfrm>
      </p:grpSpPr>
      <p:grpSp>
        <p:nvGrpSpPr>
          <p:cNvPr id="224" name="Google Shape;224;p4"/>
          <p:cNvGrpSpPr/>
          <p:nvPr/>
        </p:nvGrpSpPr>
        <p:grpSpPr>
          <a:xfrm>
            <a:off x="-566246" y="-831315"/>
            <a:ext cx="8377976" cy="1614718"/>
            <a:chOff x="-566246" y="-831315"/>
            <a:chExt cx="8377976" cy="1614718"/>
          </a:xfrm>
        </p:grpSpPr>
        <p:sp>
          <p:nvSpPr>
            <p:cNvPr id="225" name="Google Shape;225;p4"/>
            <p:cNvSpPr/>
            <p:nvPr/>
          </p:nvSpPr>
          <p:spPr>
            <a:xfrm rot="10800000">
              <a:off x="-178627" y="-831315"/>
              <a:ext cx="5711267" cy="1569921"/>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6" name="Google Shape;226;p4"/>
            <p:cNvSpPr/>
            <p:nvPr/>
          </p:nvSpPr>
          <p:spPr>
            <a:xfrm rot="10800000">
              <a:off x="2097663" y="-149871"/>
              <a:ext cx="3817027" cy="933273"/>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7" name="Google Shape;227;p4"/>
            <p:cNvSpPr/>
            <p:nvPr/>
          </p:nvSpPr>
          <p:spPr>
            <a:xfrm rot="10800000">
              <a:off x="5347154" y="-352704"/>
              <a:ext cx="2464576" cy="481412"/>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8" name="Google Shape;228;p4"/>
            <p:cNvSpPr/>
            <p:nvPr/>
          </p:nvSpPr>
          <p:spPr>
            <a:xfrm rot="10800000">
              <a:off x="5904951" y="-196402"/>
              <a:ext cx="115339" cy="115339"/>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29" name="Google Shape;229;p4"/>
            <p:cNvSpPr/>
            <p:nvPr/>
          </p:nvSpPr>
          <p:spPr>
            <a:xfrm rot="10800000">
              <a:off x="5926467" y="-174886"/>
              <a:ext cx="72977" cy="72977"/>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0" name="Google Shape;230;p4"/>
            <p:cNvSpPr/>
            <p:nvPr/>
          </p:nvSpPr>
          <p:spPr>
            <a:xfrm rot="10800000">
              <a:off x="1516950" y="116870"/>
              <a:ext cx="3646848" cy="11838"/>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1" name="Google Shape;231;p4"/>
            <p:cNvSpPr/>
            <p:nvPr/>
          </p:nvSpPr>
          <p:spPr>
            <a:xfrm rot="10800000">
              <a:off x="5146391" y="78677"/>
              <a:ext cx="88954" cy="88924"/>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2" name="Google Shape;232;p4"/>
            <p:cNvSpPr/>
            <p:nvPr/>
          </p:nvSpPr>
          <p:spPr>
            <a:xfrm rot="10800000">
              <a:off x="1478757" y="78677"/>
              <a:ext cx="88924" cy="88924"/>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3" name="Google Shape;233;p4"/>
            <p:cNvSpPr/>
            <p:nvPr/>
          </p:nvSpPr>
          <p:spPr>
            <a:xfrm rot="10800000">
              <a:off x="-398137" y="-606937"/>
              <a:ext cx="1361489" cy="1360302"/>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4" name="Google Shape;234;p4"/>
            <p:cNvSpPr/>
            <p:nvPr/>
          </p:nvSpPr>
          <p:spPr>
            <a:xfrm rot="10800000">
              <a:off x="-566246" y="-681953"/>
              <a:ext cx="1361520" cy="1360272"/>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5" name="Google Shape;235;p4"/>
            <p:cNvSpPr/>
            <p:nvPr/>
          </p:nvSpPr>
          <p:spPr>
            <a:xfrm rot="10800000">
              <a:off x="161730" y="401657"/>
              <a:ext cx="336918" cy="210502"/>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6" name="Google Shape;236;p4"/>
            <p:cNvSpPr/>
            <p:nvPr/>
          </p:nvSpPr>
          <p:spPr>
            <a:xfrm rot="10800000">
              <a:off x="414563" y="401657"/>
              <a:ext cx="336949" cy="210502"/>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7" name="Google Shape;237;p4"/>
            <p:cNvSpPr/>
            <p:nvPr/>
          </p:nvSpPr>
          <p:spPr>
            <a:xfrm rot="10800000">
              <a:off x="667426" y="401657"/>
              <a:ext cx="336918" cy="210502"/>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8" name="Google Shape;238;p4"/>
            <p:cNvSpPr/>
            <p:nvPr/>
          </p:nvSpPr>
          <p:spPr>
            <a:xfrm rot="10800000">
              <a:off x="920960" y="401657"/>
              <a:ext cx="336918" cy="210502"/>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39" name="Google Shape;239;p4"/>
            <p:cNvSpPr/>
            <p:nvPr/>
          </p:nvSpPr>
          <p:spPr>
            <a:xfrm rot="10800000">
              <a:off x="1173823" y="401657"/>
              <a:ext cx="336918" cy="210502"/>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0" name="Google Shape;240;p4"/>
            <p:cNvSpPr/>
            <p:nvPr/>
          </p:nvSpPr>
          <p:spPr>
            <a:xfrm rot="10800000">
              <a:off x="1426656" y="401657"/>
              <a:ext cx="336918" cy="210502"/>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1" name="Google Shape;241;p4"/>
            <p:cNvSpPr/>
            <p:nvPr/>
          </p:nvSpPr>
          <p:spPr>
            <a:xfrm rot="10800000">
              <a:off x="1679490" y="401657"/>
              <a:ext cx="336949" cy="210502"/>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2" name="Google Shape;242;p4"/>
            <p:cNvSpPr/>
            <p:nvPr/>
          </p:nvSpPr>
          <p:spPr>
            <a:xfrm rot="10800000">
              <a:off x="1933053" y="401657"/>
              <a:ext cx="336918" cy="210502"/>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3" name="Google Shape;243;p4"/>
            <p:cNvSpPr/>
            <p:nvPr/>
          </p:nvSpPr>
          <p:spPr>
            <a:xfrm rot="10800000">
              <a:off x="1858707" y="-175586"/>
              <a:ext cx="174378" cy="188986"/>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4" name="Google Shape;244;p4"/>
            <p:cNvSpPr/>
            <p:nvPr/>
          </p:nvSpPr>
          <p:spPr>
            <a:xfrm rot="10800000">
              <a:off x="1751736" y="-175586"/>
              <a:ext cx="175078" cy="188986"/>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5" name="Google Shape;245;p4"/>
            <p:cNvSpPr/>
            <p:nvPr/>
          </p:nvSpPr>
          <p:spPr>
            <a:xfrm rot="10800000">
              <a:off x="1645466" y="-175586"/>
              <a:ext cx="175078" cy="188986"/>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6" name="Google Shape;246;p4"/>
            <p:cNvSpPr/>
            <p:nvPr/>
          </p:nvSpPr>
          <p:spPr>
            <a:xfrm rot="10800000">
              <a:off x="1539196" y="-175586"/>
              <a:ext cx="175078" cy="188986"/>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7" name="Google Shape;247;p4"/>
            <p:cNvSpPr/>
            <p:nvPr/>
          </p:nvSpPr>
          <p:spPr>
            <a:xfrm rot="10800000">
              <a:off x="1432895" y="-175586"/>
              <a:ext cx="175078" cy="188986"/>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8" name="Google Shape;248;p4"/>
            <p:cNvSpPr/>
            <p:nvPr/>
          </p:nvSpPr>
          <p:spPr>
            <a:xfrm rot="10800000">
              <a:off x="1326625" y="-175586"/>
              <a:ext cx="175078" cy="188986"/>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49" name="Google Shape;249;p4"/>
            <p:cNvSpPr/>
            <p:nvPr/>
          </p:nvSpPr>
          <p:spPr>
            <a:xfrm rot="10800000">
              <a:off x="1220355" y="-175586"/>
              <a:ext cx="175078" cy="188986"/>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0" name="Google Shape;250;p4"/>
            <p:cNvSpPr/>
            <p:nvPr/>
          </p:nvSpPr>
          <p:spPr>
            <a:xfrm rot="10800000">
              <a:off x="1114084" y="-175586"/>
              <a:ext cx="174378" cy="188986"/>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1" name="Google Shape;251;p4"/>
            <p:cNvSpPr/>
            <p:nvPr/>
          </p:nvSpPr>
          <p:spPr>
            <a:xfrm rot="10800000">
              <a:off x="1007784" y="-175586"/>
              <a:ext cx="174378" cy="188986"/>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2" name="Google Shape;252;p4"/>
            <p:cNvSpPr/>
            <p:nvPr/>
          </p:nvSpPr>
          <p:spPr>
            <a:xfrm rot="10800000">
              <a:off x="900813" y="-175586"/>
              <a:ext cx="175078" cy="188986"/>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3" name="Google Shape;253;p4"/>
            <p:cNvSpPr/>
            <p:nvPr/>
          </p:nvSpPr>
          <p:spPr>
            <a:xfrm rot="10800000">
              <a:off x="794543" y="-175586"/>
              <a:ext cx="175078" cy="188986"/>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254" name="Google Shape;254;p4"/>
          <p:cNvGrpSpPr/>
          <p:nvPr/>
        </p:nvGrpSpPr>
        <p:grpSpPr>
          <a:xfrm>
            <a:off x="5926468" y="4708190"/>
            <a:ext cx="2668622" cy="250644"/>
            <a:chOff x="5926468" y="4708190"/>
            <a:chExt cx="2668622" cy="250644"/>
          </a:xfrm>
        </p:grpSpPr>
        <p:sp>
          <p:nvSpPr>
            <p:cNvPr id="255" name="Google Shape;255;p4"/>
            <p:cNvSpPr/>
            <p:nvPr/>
          </p:nvSpPr>
          <p:spPr>
            <a:xfrm>
              <a:off x="5926468" y="4708190"/>
              <a:ext cx="87242" cy="250644"/>
            </a:xfrm>
            <a:custGeom>
              <a:avLst/>
              <a:gdLst/>
              <a:ahLst/>
              <a:cxnLst/>
              <a:rect l="l" t="t" r="r" b="b"/>
              <a:pathLst>
                <a:path w="803" h="2307" extrusionOk="0">
                  <a:moveTo>
                    <a:pt x="1" y="0"/>
                  </a:moveTo>
                  <a:lnTo>
                    <a:pt x="1" y="2306"/>
                  </a:lnTo>
                  <a:lnTo>
                    <a:pt x="803" y="2306"/>
                  </a:lnTo>
                  <a:lnTo>
                    <a:pt x="8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6" name="Google Shape;256;p4"/>
            <p:cNvSpPr/>
            <p:nvPr/>
          </p:nvSpPr>
          <p:spPr>
            <a:xfrm>
              <a:off x="6089868" y="4708190"/>
              <a:ext cx="87242" cy="250644"/>
            </a:xfrm>
            <a:custGeom>
              <a:avLst/>
              <a:gdLst/>
              <a:ahLst/>
              <a:cxnLst/>
              <a:rect l="l" t="t" r="r" b="b"/>
              <a:pathLst>
                <a:path w="803" h="2307" extrusionOk="0">
                  <a:moveTo>
                    <a:pt x="0" y="0"/>
                  </a:moveTo>
                  <a:lnTo>
                    <a:pt x="0" y="2306"/>
                  </a:lnTo>
                  <a:lnTo>
                    <a:pt x="802" y="2306"/>
                  </a:lnTo>
                  <a:lnTo>
                    <a:pt x="8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7" name="Google Shape;257;p4"/>
            <p:cNvSpPr/>
            <p:nvPr/>
          </p:nvSpPr>
          <p:spPr>
            <a:xfrm>
              <a:off x="6250552" y="4708190"/>
              <a:ext cx="87242" cy="250644"/>
            </a:xfrm>
            <a:custGeom>
              <a:avLst/>
              <a:gdLst/>
              <a:ahLst/>
              <a:cxnLst/>
              <a:rect l="l" t="t" r="r" b="b"/>
              <a:pathLst>
                <a:path w="803" h="2307" extrusionOk="0">
                  <a:moveTo>
                    <a:pt x="0" y="0"/>
                  </a:moveTo>
                  <a:lnTo>
                    <a:pt x="0" y="2306"/>
                  </a:lnTo>
                  <a:lnTo>
                    <a:pt x="802" y="2306"/>
                  </a:lnTo>
                  <a:lnTo>
                    <a:pt x="8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8" name="Google Shape;258;p4"/>
            <p:cNvSpPr/>
            <p:nvPr/>
          </p:nvSpPr>
          <p:spPr>
            <a:xfrm>
              <a:off x="6411128" y="4708190"/>
              <a:ext cx="87242" cy="250644"/>
            </a:xfrm>
            <a:custGeom>
              <a:avLst/>
              <a:gdLst/>
              <a:ahLst/>
              <a:cxnLst/>
              <a:rect l="l" t="t" r="r" b="b"/>
              <a:pathLst>
                <a:path w="803" h="2307" extrusionOk="0">
                  <a:moveTo>
                    <a:pt x="1" y="0"/>
                  </a:moveTo>
                  <a:lnTo>
                    <a:pt x="1" y="2306"/>
                  </a:lnTo>
                  <a:lnTo>
                    <a:pt x="803" y="2306"/>
                  </a:lnTo>
                  <a:lnTo>
                    <a:pt x="8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9" name="Google Shape;259;p4"/>
            <p:cNvSpPr/>
            <p:nvPr/>
          </p:nvSpPr>
          <p:spPr>
            <a:xfrm>
              <a:off x="6571813" y="4708190"/>
              <a:ext cx="87242" cy="250644"/>
            </a:xfrm>
            <a:custGeom>
              <a:avLst/>
              <a:gdLst/>
              <a:ahLst/>
              <a:cxnLst/>
              <a:rect l="l" t="t" r="r" b="b"/>
              <a:pathLst>
                <a:path w="803" h="2307" extrusionOk="0">
                  <a:moveTo>
                    <a:pt x="1" y="0"/>
                  </a:moveTo>
                  <a:lnTo>
                    <a:pt x="1" y="2306"/>
                  </a:lnTo>
                  <a:lnTo>
                    <a:pt x="803" y="2306"/>
                  </a:lnTo>
                  <a:lnTo>
                    <a:pt x="80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0" name="Google Shape;260;p4"/>
            <p:cNvSpPr/>
            <p:nvPr/>
          </p:nvSpPr>
          <p:spPr>
            <a:xfrm>
              <a:off x="6732497" y="4708190"/>
              <a:ext cx="89958" cy="250644"/>
            </a:xfrm>
            <a:custGeom>
              <a:avLst/>
              <a:gdLst/>
              <a:ahLst/>
              <a:cxnLst/>
              <a:rect l="l" t="t" r="r" b="b"/>
              <a:pathLst>
                <a:path w="828" h="2307" extrusionOk="0">
                  <a:moveTo>
                    <a:pt x="0" y="0"/>
                  </a:moveTo>
                  <a:lnTo>
                    <a:pt x="0" y="2306"/>
                  </a:lnTo>
                  <a:lnTo>
                    <a:pt x="827" y="2306"/>
                  </a:lnTo>
                  <a:lnTo>
                    <a:pt x="82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1" name="Google Shape;261;p4"/>
            <p:cNvSpPr/>
            <p:nvPr/>
          </p:nvSpPr>
          <p:spPr>
            <a:xfrm>
              <a:off x="6895789"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2" name="Google Shape;262;p4"/>
            <p:cNvSpPr/>
            <p:nvPr/>
          </p:nvSpPr>
          <p:spPr>
            <a:xfrm>
              <a:off x="7056473"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3" name="Google Shape;263;p4"/>
            <p:cNvSpPr/>
            <p:nvPr/>
          </p:nvSpPr>
          <p:spPr>
            <a:xfrm>
              <a:off x="7217158"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4" name="Google Shape;264;p4"/>
            <p:cNvSpPr/>
            <p:nvPr/>
          </p:nvSpPr>
          <p:spPr>
            <a:xfrm>
              <a:off x="7377842"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5" name="Google Shape;265;p4"/>
            <p:cNvSpPr/>
            <p:nvPr/>
          </p:nvSpPr>
          <p:spPr>
            <a:xfrm>
              <a:off x="7541134"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6" name="Google Shape;266;p4"/>
            <p:cNvSpPr/>
            <p:nvPr/>
          </p:nvSpPr>
          <p:spPr>
            <a:xfrm>
              <a:off x="7701818"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7" name="Google Shape;267;p4"/>
            <p:cNvSpPr/>
            <p:nvPr/>
          </p:nvSpPr>
          <p:spPr>
            <a:xfrm>
              <a:off x="7862503"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8" name="Google Shape;268;p4"/>
            <p:cNvSpPr/>
            <p:nvPr/>
          </p:nvSpPr>
          <p:spPr>
            <a:xfrm>
              <a:off x="8023078"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69" name="Google Shape;269;p4"/>
            <p:cNvSpPr/>
            <p:nvPr/>
          </p:nvSpPr>
          <p:spPr>
            <a:xfrm>
              <a:off x="8186479" y="4708190"/>
              <a:ext cx="87242" cy="250644"/>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0" name="Google Shape;270;p4"/>
            <p:cNvSpPr/>
            <p:nvPr/>
          </p:nvSpPr>
          <p:spPr>
            <a:xfrm>
              <a:off x="8347163"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1" name="Google Shape;271;p4"/>
            <p:cNvSpPr/>
            <p:nvPr/>
          </p:nvSpPr>
          <p:spPr>
            <a:xfrm>
              <a:off x="8507848" y="4708190"/>
              <a:ext cx="87242" cy="250644"/>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272" name="Google Shape;272;p4"/>
          <p:cNvSpPr txBox="1"/>
          <p:nvPr>
            <p:ph type="title"/>
          </p:nvPr>
        </p:nvSpPr>
        <p:spPr>
          <a:xfrm>
            <a:off x="720000" y="461875"/>
            <a:ext cx="7704000" cy="488400"/>
          </a:xfrm>
          <a:prstGeom prst="rect">
            <a:avLst/>
          </a:prstGeom>
        </p:spPr>
        <p:txBody>
          <a:bodyPr spcFirstLastPara="1" wrap="square" lIns="0" tIns="0" rIns="0" bIns="0"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3" name="Google Shape;273;p4"/>
          <p:cNvSpPr txBox="1"/>
          <p:nvPr>
            <p:ph type="body" idx="1"/>
          </p:nvPr>
        </p:nvSpPr>
        <p:spPr>
          <a:xfrm>
            <a:off x="720000" y="1242425"/>
            <a:ext cx="7704000" cy="3326700"/>
          </a:xfrm>
          <a:prstGeom prst="rect">
            <a:avLst/>
          </a:prstGeom>
        </p:spPr>
        <p:txBody>
          <a:bodyPr spcFirstLastPara="1" wrap="square" lIns="0" tIns="0" rIns="0" bIns="0" anchor="t" anchorCtr="0">
            <a:noAutofit/>
          </a:bodyPr>
          <a:lstStyle>
            <a:lvl1pPr marL="457200" lvl="0" indent="-330200">
              <a:lnSpc>
                <a:spcPct val="100000"/>
              </a:lnSpc>
              <a:spcBef>
                <a:spcPts val="0"/>
              </a:spcBef>
              <a:spcAft>
                <a:spcPts val="0"/>
              </a:spcAft>
              <a:buClr>
                <a:schemeClr val="dk2"/>
              </a:buClr>
              <a:buSzPts val="1600"/>
              <a:buChar char="●"/>
              <a:defRPr sz="1200"/>
            </a:lvl1pPr>
            <a:lvl2pPr marL="914400" lvl="1" indent="-330200">
              <a:spcBef>
                <a:spcPts val="1600"/>
              </a:spcBef>
              <a:spcAft>
                <a:spcPts val="0"/>
              </a:spcAft>
              <a:buSzPts val="1600"/>
              <a:buChar char="○"/>
              <a:defRPr/>
            </a:lvl2pPr>
            <a:lvl3pPr marL="1371600" lvl="2" indent="-330200">
              <a:spcBef>
                <a:spcPts val="1600"/>
              </a:spcBef>
              <a:spcAft>
                <a:spcPts val="0"/>
              </a:spcAft>
              <a:buSzPts val="1600"/>
              <a:buChar char="■"/>
              <a:defRPr/>
            </a:lvl3pPr>
            <a:lvl4pPr marL="1828800" lvl="3" indent="-330200">
              <a:spcBef>
                <a:spcPts val="1600"/>
              </a:spcBef>
              <a:spcAft>
                <a:spcPts val="0"/>
              </a:spcAft>
              <a:buSzPts val="1600"/>
              <a:buChar char="●"/>
              <a:defRPr/>
            </a:lvl4pPr>
            <a:lvl5pPr marL="2286000" lvl="4" indent="-330200">
              <a:spcBef>
                <a:spcPts val="1600"/>
              </a:spcBef>
              <a:spcAft>
                <a:spcPts val="0"/>
              </a:spcAft>
              <a:buSzPts val="1600"/>
              <a:buChar char="○"/>
              <a:defRPr/>
            </a:lvl5pPr>
            <a:lvl6pPr marL="2743200" lvl="5" indent="-330200">
              <a:spcBef>
                <a:spcPts val="1600"/>
              </a:spcBef>
              <a:spcAft>
                <a:spcPts val="0"/>
              </a:spcAft>
              <a:buSzPts val="1600"/>
              <a:buChar char="■"/>
              <a:defRPr/>
            </a:lvl6pPr>
            <a:lvl7pPr marL="3200400" lvl="6" indent="-330200">
              <a:spcBef>
                <a:spcPts val="1600"/>
              </a:spcBef>
              <a:spcAft>
                <a:spcPts val="0"/>
              </a:spcAft>
              <a:buSzPts val="1600"/>
              <a:buChar char="●"/>
              <a:defRPr/>
            </a:lvl7pPr>
            <a:lvl8pPr marL="3657600" lvl="7" indent="-330200">
              <a:spcBef>
                <a:spcPts val="1600"/>
              </a:spcBef>
              <a:spcAft>
                <a:spcPts val="0"/>
              </a:spcAft>
              <a:buSzPts val="1600"/>
              <a:buChar char="○"/>
              <a:defRPr/>
            </a:lvl8pPr>
            <a:lvl9pPr marL="4114800" lvl="8" indent="-330200">
              <a:spcBef>
                <a:spcPts val="1600"/>
              </a:spcBef>
              <a:spcAft>
                <a:spcPts val="1600"/>
              </a:spcAft>
              <a:buSzPts val="16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74" name="Shape 274"/>
        <p:cNvGrpSpPr/>
        <p:nvPr/>
      </p:nvGrpSpPr>
      <p:grpSpPr>
        <a:xfrm>
          <a:off x="0" y="0"/>
          <a:ext cx="0" cy="0"/>
          <a:chOff x="0" y="0"/>
          <a:chExt cx="0" cy="0"/>
        </a:xfrm>
      </p:grpSpPr>
      <p:grpSp>
        <p:nvGrpSpPr>
          <p:cNvPr id="275" name="Google Shape;275;p5"/>
          <p:cNvGrpSpPr/>
          <p:nvPr/>
        </p:nvGrpSpPr>
        <p:grpSpPr>
          <a:xfrm flipH="1">
            <a:off x="-741540" y="-2483486"/>
            <a:ext cx="7884219" cy="3433770"/>
            <a:chOff x="24125" y="294775"/>
            <a:chExt cx="7767703" cy="3383025"/>
          </a:xfrm>
        </p:grpSpPr>
        <p:sp>
          <p:nvSpPr>
            <p:cNvPr id="276" name="Google Shape;276;p5"/>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7" name="Google Shape;277;p5"/>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8" name="Google Shape;278;p5"/>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79" name="Google Shape;279;p5"/>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0" name="Google Shape;280;p5"/>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1" name="Google Shape;281;p5"/>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2" name="Google Shape;282;p5"/>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3" name="Google Shape;283;p5"/>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4" name="Google Shape;284;p5"/>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5" name="Google Shape;285;p5"/>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6" name="Google Shape;286;p5"/>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7" name="Google Shape;287;p5"/>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8" name="Google Shape;288;p5"/>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89" name="Google Shape;289;p5"/>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0" name="Google Shape;290;p5"/>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1" name="Google Shape;291;p5"/>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2" name="Google Shape;292;p5"/>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3" name="Google Shape;293;p5"/>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4" name="Google Shape;294;p5"/>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5" name="Google Shape;295;p5"/>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6" name="Google Shape;296;p5"/>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7" name="Google Shape;297;p5"/>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8" name="Google Shape;298;p5"/>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99" name="Google Shape;299;p5"/>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0" name="Google Shape;300;p5"/>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1" name="Google Shape;301;p5"/>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2" name="Google Shape;302;p5"/>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3" name="Google Shape;303;p5"/>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4" name="Google Shape;304;p5"/>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5" name="Google Shape;305;p5"/>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6" name="Google Shape;306;p5"/>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7" name="Google Shape;307;p5"/>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8" name="Google Shape;308;p5"/>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09" name="Google Shape;309;p5"/>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0" name="Google Shape;310;p5"/>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1" name="Google Shape;311;p5"/>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2" name="Google Shape;312;p5"/>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3" name="Google Shape;313;p5"/>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4" name="Google Shape;314;p5"/>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5" name="Google Shape;315;p5"/>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6" name="Google Shape;316;p5"/>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7" name="Google Shape;317;p5"/>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8" name="Google Shape;318;p5"/>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19" name="Google Shape;319;p5"/>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0" name="Google Shape;320;p5"/>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1" name="Google Shape;321;p5"/>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2" name="Google Shape;322;p5"/>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3" name="Google Shape;323;p5"/>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4" name="Google Shape;324;p5"/>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5" name="Google Shape;325;p5"/>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6" name="Google Shape;326;p5"/>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7" name="Google Shape;327;p5"/>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8" name="Google Shape;328;p5"/>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29" name="Google Shape;329;p5"/>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0" name="Google Shape;330;p5"/>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1" name="Google Shape;331;p5"/>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2" name="Google Shape;332;p5"/>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3" name="Google Shape;333;p5"/>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4" name="Google Shape;334;p5"/>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5" name="Google Shape;335;p5"/>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6" name="Google Shape;336;p5"/>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7" name="Google Shape;337;p5"/>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8" name="Google Shape;338;p5"/>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39" name="Google Shape;339;p5"/>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0" name="Google Shape;340;p5"/>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1" name="Google Shape;341;p5"/>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2" name="Google Shape;342;p5"/>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3" name="Google Shape;343;p5"/>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4" name="Google Shape;344;p5"/>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5" name="Google Shape;345;p5"/>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6" name="Google Shape;346;p5"/>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7" name="Google Shape;347;p5"/>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8" name="Google Shape;348;p5"/>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49" name="Google Shape;349;p5"/>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0" name="Google Shape;350;p5"/>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1" name="Google Shape;351;p5"/>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2" name="Google Shape;352;p5"/>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3" name="Google Shape;353;p5"/>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4" name="Google Shape;354;p5"/>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5" name="Google Shape;355;p5"/>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6" name="Google Shape;356;p5"/>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7" name="Google Shape;357;p5"/>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8" name="Google Shape;358;p5"/>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59" name="Google Shape;359;p5"/>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0" name="Google Shape;360;p5"/>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1" name="Google Shape;361;p5"/>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2" name="Google Shape;362;p5"/>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3" name="Google Shape;363;p5"/>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4" name="Google Shape;364;p5"/>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5" name="Google Shape;365;p5"/>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6" name="Google Shape;366;p5"/>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7" name="Google Shape;367;p5"/>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8" name="Google Shape;368;p5"/>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69" name="Google Shape;369;p5"/>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370" name="Google Shape;370;p5"/>
          <p:cNvGrpSpPr/>
          <p:nvPr/>
        </p:nvGrpSpPr>
        <p:grpSpPr>
          <a:xfrm>
            <a:off x="8757750" y="2728975"/>
            <a:ext cx="1552150" cy="3475150"/>
            <a:chOff x="327125" y="2375600"/>
            <a:chExt cx="1552150" cy="3475150"/>
          </a:xfrm>
        </p:grpSpPr>
        <p:sp>
          <p:nvSpPr>
            <p:cNvPr id="371" name="Google Shape;371;p5"/>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2" name="Google Shape;372;p5"/>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3" name="Google Shape;373;p5"/>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4" name="Google Shape;374;p5"/>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5" name="Google Shape;375;p5"/>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6" name="Google Shape;376;p5"/>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7" name="Google Shape;377;p5"/>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8" name="Google Shape;378;p5"/>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9" name="Google Shape;379;p5"/>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0" name="Google Shape;380;p5"/>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1" name="Google Shape;381;p5"/>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2" name="Google Shape;382;p5"/>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3" name="Google Shape;383;p5"/>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4" name="Google Shape;384;p5"/>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5" name="Google Shape;385;p5"/>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6" name="Google Shape;386;p5"/>
            <p:cNvSpPr/>
            <p:nvPr/>
          </p:nvSpPr>
          <p:spPr>
            <a:xfrm>
              <a:off x="969100" y="4182200"/>
              <a:ext cx="174625" cy="556975"/>
            </a:xfrm>
            <a:custGeom>
              <a:avLst/>
              <a:gdLst/>
              <a:ahLst/>
              <a:cxnLst/>
              <a:rect l="l" t="t" r="r" b="b"/>
              <a:pathLst>
                <a:path w="6985" h="22279" fill="none" extrusionOk="0">
                  <a:moveTo>
                    <a:pt x="0" y="22278"/>
                  </a:moveTo>
                  <a:lnTo>
                    <a:pt x="6985" y="15294"/>
                  </a:lnTo>
                  <a:lnTo>
                    <a:pt x="6985"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7" name="Google Shape;387;p5"/>
            <p:cNvSpPr/>
            <p:nvPr/>
          </p:nvSpPr>
          <p:spPr>
            <a:xfrm>
              <a:off x="1123725" y="4163375"/>
              <a:ext cx="39975" cy="39975"/>
            </a:xfrm>
            <a:custGeom>
              <a:avLst/>
              <a:gdLst/>
              <a:ahLst/>
              <a:cxnLst/>
              <a:rect l="l" t="t" r="r" b="b"/>
              <a:pathLst>
                <a:path w="1599" h="1599" extrusionOk="0">
                  <a:moveTo>
                    <a:pt x="800" y="1"/>
                  </a:moveTo>
                  <a:cubicBezTo>
                    <a:pt x="343" y="1"/>
                    <a:pt x="1" y="343"/>
                    <a:pt x="1" y="799"/>
                  </a:cubicBezTo>
                  <a:cubicBezTo>
                    <a:pt x="1" y="1233"/>
                    <a:pt x="343" y="1598"/>
                    <a:pt x="800" y="1598"/>
                  </a:cubicBezTo>
                  <a:cubicBezTo>
                    <a:pt x="1233" y="1598"/>
                    <a:pt x="1599" y="1233"/>
                    <a:pt x="1599" y="799"/>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8" name="Google Shape;388;p5"/>
            <p:cNvSpPr/>
            <p:nvPr/>
          </p:nvSpPr>
          <p:spPr>
            <a:xfrm>
              <a:off x="1393075" y="4882950"/>
              <a:ext cx="25" cy="428000"/>
            </a:xfrm>
            <a:custGeom>
              <a:avLst/>
              <a:gdLst/>
              <a:ahLst/>
              <a:cxnLst/>
              <a:rect l="l" t="t" r="r" b="b"/>
              <a:pathLst>
                <a:path w="1" h="17120" fill="none" extrusionOk="0">
                  <a:moveTo>
                    <a:pt x="0" y="17119"/>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89" name="Google Shape;389;p5"/>
            <p:cNvSpPr/>
            <p:nvPr/>
          </p:nvSpPr>
          <p:spPr>
            <a:xfrm>
              <a:off x="1373100" y="4864125"/>
              <a:ext cx="39975" cy="39950"/>
            </a:xfrm>
            <a:custGeom>
              <a:avLst/>
              <a:gdLst/>
              <a:ahLst/>
              <a:cxnLst/>
              <a:rect l="l" t="t" r="r" b="b"/>
              <a:pathLst>
                <a:path w="1599" h="1598" extrusionOk="0">
                  <a:moveTo>
                    <a:pt x="799" y="0"/>
                  </a:moveTo>
                  <a:cubicBezTo>
                    <a:pt x="343" y="0"/>
                    <a:pt x="1" y="365"/>
                    <a:pt x="1" y="799"/>
                  </a:cubicBezTo>
                  <a:cubicBezTo>
                    <a:pt x="1" y="1233"/>
                    <a:pt x="343" y="1598"/>
                    <a:pt x="799" y="1598"/>
                  </a:cubicBezTo>
                  <a:cubicBezTo>
                    <a:pt x="1233" y="1598"/>
                    <a:pt x="1598" y="1233"/>
                    <a:pt x="1598" y="799"/>
                  </a:cubicBezTo>
                  <a:cubicBezTo>
                    <a:pt x="1598" y="365"/>
                    <a:pt x="1233"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0" name="Google Shape;390;p5"/>
            <p:cNvSpPr/>
            <p:nvPr/>
          </p:nvSpPr>
          <p:spPr>
            <a:xfrm>
              <a:off x="1714900" y="4922900"/>
              <a:ext cx="164375" cy="388050"/>
            </a:xfrm>
            <a:custGeom>
              <a:avLst/>
              <a:gdLst/>
              <a:ahLst/>
              <a:cxnLst/>
              <a:rect l="l" t="t" r="r" b="b"/>
              <a:pathLst>
                <a:path w="6575" h="15522" fill="none" extrusionOk="0">
                  <a:moveTo>
                    <a:pt x="6575" y="15521"/>
                  </a:moveTo>
                  <a:lnTo>
                    <a:pt x="6575" y="6574"/>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91" name="Google Shape;391;p5"/>
            <p:cNvSpPr/>
            <p:nvPr/>
          </p:nvSpPr>
          <p:spPr>
            <a:xfrm>
              <a:off x="1693800" y="4903475"/>
              <a:ext cx="43950" cy="40275"/>
            </a:xfrm>
            <a:custGeom>
              <a:avLst/>
              <a:gdLst/>
              <a:ahLst/>
              <a:cxnLst/>
              <a:rect l="l" t="t" r="r" b="b"/>
              <a:pathLst>
                <a:path w="1758" h="1611" extrusionOk="0">
                  <a:moveTo>
                    <a:pt x="868" y="1"/>
                  </a:moveTo>
                  <a:cubicBezTo>
                    <a:pt x="662" y="1"/>
                    <a:pt x="457" y="92"/>
                    <a:pt x="297" y="252"/>
                  </a:cubicBezTo>
                  <a:cubicBezTo>
                    <a:pt x="0" y="549"/>
                    <a:pt x="0" y="1074"/>
                    <a:pt x="297" y="1370"/>
                  </a:cubicBezTo>
                  <a:cubicBezTo>
                    <a:pt x="457" y="1530"/>
                    <a:pt x="662" y="1610"/>
                    <a:pt x="868" y="1610"/>
                  </a:cubicBezTo>
                  <a:cubicBezTo>
                    <a:pt x="1073" y="1610"/>
                    <a:pt x="1279" y="1530"/>
                    <a:pt x="1438" y="1370"/>
                  </a:cubicBezTo>
                  <a:cubicBezTo>
                    <a:pt x="1758" y="1074"/>
                    <a:pt x="1758" y="549"/>
                    <a:pt x="1438" y="252"/>
                  </a:cubicBezTo>
                  <a:cubicBezTo>
                    <a:pt x="1279" y="92"/>
                    <a:pt x="1073" y="1"/>
                    <a:pt x="86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392" name="Google Shape;392;p5"/>
          <p:cNvSpPr txBox="1"/>
          <p:nvPr>
            <p:ph type="title"/>
          </p:nvPr>
        </p:nvSpPr>
        <p:spPr>
          <a:xfrm>
            <a:off x="720000" y="461875"/>
            <a:ext cx="7704000" cy="488400"/>
          </a:xfrm>
          <a:prstGeom prst="rect">
            <a:avLst/>
          </a:prstGeom>
        </p:spPr>
        <p:txBody>
          <a:bodyPr spcFirstLastPara="1" wrap="square" lIns="0" tIns="0" rIns="0" bIns="0"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3" name="Google Shape;393;p5"/>
          <p:cNvSpPr txBox="1"/>
          <p:nvPr>
            <p:ph type="subTitle" idx="1"/>
          </p:nvPr>
        </p:nvSpPr>
        <p:spPr>
          <a:xfrm>
            <a:off x="1216375" y="3517675"/>
            <a:ext cx="2693700" cy="1051200"/>
          </a:xfrm>
          <a:prstGeom prst="rect">
            <a:avLst/>
          </a:prstGeom>
        </p:spPr>
        <p:txBody>
          <a:bodyPr spcFirstLastPara="1" wrap="square" lIns="0" tIns="0" rIns="0" bIns="0" anchor="t"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p:txBody>
      </p:sp>
      <p:sp>
        <p:nvSpPr>
          <p:cNvPr id="394" name="Google Shape;394;p5"/>
          <p:cNvSpPr txBox="1"/>
          <p:nvPr>
            <p:ph type="subTitle" idx="2"/>
          </p:nvPr>
        </p:nvSpPr>
        <p:spPr>
          <a:xfrm>
            <a:off x="5234100" y="3517675"/>
            <a:ext cx="2693700" cy="1051200"/>
          </a:xfrm>
          <a:prstGeom prst="rect">
            <a:avLst/>
          </a:prstGeom>
        </p:spPr>
        <p:txBody>
          <a:bodyPr spcFirstLastPara="1" wrap="square" lIns="0" tIns="0" rIns="0" bIns="0" anchor="t" anchorCtr="0">
            <a:noAutofit/>
          </a:bodyPr>
          <a:lstStyle>
            <a:lvl1pPr lvl="0" algn="ct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p:txBody>
      </p:sp>
      <p:sp>
        <p:nvSpPr>
          <p:cNvPr id="395" name="Google Shape;395;p5"/>
          <p:cNvSpPr txBox="1"/>
          <p:nvPr>
            <p:ph type="title" idx="3"/>
          </p:nvPr>
        </p:nvSpPr>
        <p:spPr>
          <a:xfrm>
            <a:off x="1216350" y="2984775"/>
            <a:ext cx="2693700" cy="353400"/>
          </a:xfrm>
          <a:prstGeom prst="rect">
            <a:avLst/>
          </a:prstGeom>
        </p:spPr>
        <p:txBody>
          <a:bodyPr spcFirstLastPara="1" wrap="square" lIns="0" tIns="0" rIns="0" bIns="0"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96" name="Google Shape;396;p5"/>
          <p:cNvSpPr txBox="1"/>
          <p:nvPr>
            <p:ph type="title" idx="4"/>
          </p:nvPr>
        </p:nvSpPr>
        <p:spPr>
          <a:xfrm>
            <a:off x="5234100" y="2984775"/>
            <a:ext cx="2693700" cy="353400"/>
          </a:xfrm>
          <a:prstGeom prst="rect">
            <a:avLst/>
          </a:prstGeom>
        </p:spPr>
        <p:txBody>
          <a:bodyPr spcFirstLastPara="1" wrap="square" lIns="0" tIns="0" rIns="0" bIns="0" anchor="ctr"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397" name="Shape 397"/>
        <p:cNvGrpSpPr/>
        <p:nvPr/>
      </p:nvGrpSpPr>
      <p:grpSpPr>
        <a:xfrm>
          <a:off x="0" y="0"/>
          <a:ext cx="0" cy="0"/>
          <a:chOff x="0" y="0"/>
          <a:chExt cx="0" cy="0"/>
        </a:xfrm>
      </p:grpSpPr>
      <p:grpSp>
        <p:nvGrpSpPr>
          <p:cNvPr id="398" name="Google Shape;398;p6"/>
          <p:cNvGrpSpPr/>
          <p:nvPr/>
        </p:nvGrpSpPr>
        <p:grpSpPr>
          <a:xfrm>
            <a:off x="3139285" y="-1283134"/>
            <a:ext cx="7944547" cy="2608119"/>
            <a:chOff x="3748885" y="-758409"/>
            <a:chExt cx="7944547" cy="2608119"/>
          </a:xfrm>
        </p:grpSpPr>
        <p:sp>
          <p:nvSpPr>
            <p:cNvPr id="399" name="Google Shape;399;p6"/>
            <p:cNvSpPr/>
            <p:nvPr/>
          </p:nvSpPr>
          <p:spPr>
            <a:xfrm>
              <a:off x="6227221" y="-646632"/>
              <a:ext cx="5466211" cy="1127132"/>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0" name="Google Shape;400;p6"/>
            <p:cNvSpPr/>
            <p:nvPr/>
          </p:nvSpPr>
          <p:spPr>
            <a:xfrm>
              <a:off x="5068827" y="-472864"/>
              <a:ext cx="6393739" cy="1984325"/>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1" name="Google Shape;401;p6"/>
            <p:cNvSpPr/>
            <p:nvPr/>
          </p:nvSpPr>
          <p:spPr>
            <a:xfrm>
              <a:off x="5440673" y="120784"/>
              <a:ext cx="6252400" cy="1112085"/>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2" name="Google Shape;402;p6"/>
            <p:cNvSpPr/>
            <p:nvPr/>
          </p:nvSpPr>
          <p:spPr>
            <a:xfrm>
              <a:off x="4735806" y="252861"/>
              <a:ext cx="6722117" cy="1533132"/>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3" name="Google Shape;403;p6"/>
            <p:cNvSpPr/>
            <p:nvPr/>
          </p:nvSpPr>
          <p:spPr>
            <a:xfrm>
              <a:off x="3809085" y="-758409"/>
              <a:ext cx="1679673" cy="520720"/>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4" name="Google Shape;404;p6"/>
            <p:cNvSpPr/>
            <p:nvPr/>
          </p:nvSpPr>
          <p:spPr>
            <a:xfrm>
              <a:off x="3809085" y="-490830"/>
              <a:ext cx="993913" cy="45875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5" name="Google Shape;405;p6"/>
            <p:cNvSpPr/>
            <p:nvPr/>
          </p:nvSpPr>
          <p:spPr>
            <a:xfrm>
              <a:off x="9826894" y="1712989"/>
              <a:ext cx="136721" cy="136721"/>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6" name="Google Shape;406;p6"/>
            <p:cNvSpPr/>
            <p:nvPr/>
          </p:nvSpPr>
          <p:spPr>
            <a:xfrm>
              <a:off x="9850645" y="1736740"/>
              <a:ext cx="89218" cy="8863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7" name="Google Shape;407;p6"/>
            <p:cNvSpPr/>
            <p:nvPr/>
          </p:nvSpPr>
          <p:spPr>
            <a:xfrm>
              <a:off x="8592628" y="81402"/>
              <a:ext cx="89218" cy="89219"/>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8" name="Google Shape;408;p6"/>
            <p:cNvSpPr/>
            <p:nvPr/>
          </p:nvSpPr>
          <p:spPr>
            <a:xfrm>
              <a:off x="10934893" y="789187"/>
              <a:ext cx="89218" cy="8863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09" name="Google Shape;409;p6"/>
            <p:cNvSpPr/>
            <p:nvPr/>
          </p:nvSpPr>
          <p:spPr>
            <a:xfrm>
              <a:off x="6100372" y="-709765"/>
              <a:ext cx="136721" cy="136721"/>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0" name="Google Shape;410;p6"/>
            <p:cNvSpPr/>
            <p:nvPr/>
          </p:nvSpPr>
          <p:spPr>
            <a:xfrm>
              <a:off x="6124123" y="-686014"/>
              <a:ext cx="88635" cy="89219"/>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1" name="Google Shape;411;p6"/>
            <p:cNvSpPr/>
            <p:nvPr/>
          </p:nvSpPr>
          <p:spPr>
            <a:xfrm>
              <a:off x="6720105" y="-695276"/>
              <a:ext cx="107742" cy="107742"/>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2" name="Google Shape;412;p6"/>
            <p:cNvSpPr/>
            <p:nvPr/>
          </p:nvSpPr>
          <p:spPr>
            <a:xfrm>
              <a:off x="10327898" y="421401"/>
              <a:ext cx="107742" cy="107742"/>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3" name="Google Shape;413;p6"/>
            <p:cNvSpPr/>
            <p:nvPr/>
          </p:nvSpPr>
          <p:spPr>
            <a:xfrm>
              <a:off x="10136748" y="1466826"/>
              <a:ext cx="70695" cy="70695"/>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4" name="Google Shape;414;p6"/>
            <p:cNvSpPr/>
            <p:nvPr/>
          </p:nvSpPr>
          <p:spPr>
            <a:xfrm>
              <a:off x="8601890" y="1192877"/>
              <a:ext cx="70695" cy="70111"/>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5" name="Google Shape;415;p6"/>
            <p:cNvSpPr/>
            <p:nvPr/>
          </p:nvSpPr>
          <p:spPr>
            <a:xfrm>
              <a:off x="7411092" y="536655"/>
              <a:ext cx="141922" cy="141339"/>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6" name="Google Shape;416;p6"/>
            <p:cNvSpPr/>
            <p:nvPr/>
          </p:nvSpPr>
          <p:spPr>
            <a:xfrm>
              <a:off x="9285340" y="1156972"/>
              <a:ext cx="141922" cy="141922"/>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7" name="Google Shape;417;p6"/>
            <p:cNvSpPr/>
            <p:nvPr/>
          </p:nvSpPr>
          <p:spPr>
            <a:xfrm>
              <a:off x="7145822" y="-69174"/>
              <a:ext cx="66051" cy="66051"/>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8" name="Google Shape;418;p6"/>
            <p:cNvSpPr/>
            <p:nvPr/>
          </p:nvSpPr>
          <p:spPr>
            <a:xfrm>
              <a:off x="7338672" y="-341397"/>
              <a:ext cx="145982" cy="146566"/>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19" name="Google Shape;419;p6"/>
            <p:cNvSpPr/>
            <p:nvPr/>
          </p:nvSpPr>
          <p:spPr>
            <a:xfrm>
              <a:off x="7364174" y="-315336"/>
              <a:ext cx="95004" cy="94446"/>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0" name="Google Shape;420;p6"/>
            <p:cNvSpPr/>
            <p:nvPr/>
          </p:nvSpPr>
          <p:spPr>
            <a:xfrm>
              <a:off x="5743599" y="-296229"/>
              <a:ext cx="107742" cy="107768"/>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1" name="Google Shape;421;p6"/>
            <p:cNvSpPr/>
            <p:nvPr/>
          </p:nvSpPr>
          <p:spPr>
            <a:xfrm>
              <a:off x="5430243" y="-296229"/>
              <a:ext cx="107768" cy="107768"/>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2" name="Google Shape;422;p6"/>
            <p:cNvSpPr/>
            <p:nvPr/>
          </p:nvSpPr>
          <p:spPr>
            <a:xfrm>
              <a:off x="4743317" y="-91199"/>
              <a:ext cx="107768" cy="107768"/>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3" name="Google Shape;423;p6"/>
            <p:cNvSpPr/>
            <p:nvPr/>
          </p:nvSpPr>
          <p:spPr>
            <a:xfrm>
              <a:off x="4288089" y="-539474"/>
              <a:ext cx="107742" cy="107742"/>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4" name="Google Shape;424;p6"/>
            <p:cNvSpPr/>
            <p:nvPr/>
          </p:nvSpPr>
          <p:spPr>
            <a:xfrm>
              <a:off x="7000423" y="-678478"/>
              <a:ext cx="73588" cy="74146"/>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5" name="Google Shape;425;p6"/>
            <p:cNvSpPr/>
            <p:nvPr/>
          </p:nvSpPr>
          <p:spPr>
            <a:xfrm>
              <a:off x="5041600" y="-500092"/>
              <a:ext cx="74171" cy="74146"/>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6" name="Google Shape;426;p6"/>
            <p:cNvSpPr/>
            <p:nvPr/>
          </p:nvSpPr>
          <p:spPr>
            <a:xfrm>
              <a:off x="8632010" y="121240"/>
              <a:ext cx="2335337" cy="717199"/>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7" name="Google Shape;427;p6"/>
            <p:cNvSpPr/>
            <p:nvPr/>
          </p:nvSpPr>
          <p:spPr>
            <a:xfrm>
              <a:off x="7355470" y="170595"/>
              <a:ext cx="151793" cy="94446"/>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8" name="Google Shape;428;p6"/>
            <p:cNvSpPr/>
            <p:nvPr/>
          </p:nvSpPr>
          <p:spPr>
            <a:xfrm>
              <a:off x="7469581" y="170595"/>
              <a:ext cx="151184" cy="94446"/>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29" name="Google Shape;429;p6"/>
            <p:cNvSpPr/>
            <p:nvPr/>
          </p:nvSpPr>
          <p:spPr>
            <a:xfrm>
              <a:off x="7583109" y="170595"/>
              <a:ext cx="151768" cy="94446"/>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0" name="Google Shape;430;p6"/>
            <p:cNvSpPr/>
            <p:nvPr/>
          </p:nvSpPr>
          <p:spPr>
            <a:xfrm>
              <a:off x="7697195" y="170595"/>
              <a:ext cx="151210" cy="94446"/>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1" name="Google Shape;431;p6"/>
            <p:cNvSpPr/>
            <p:nvPr/>
          </p:nvSpPr>
          <p:spPr>
            <a:xfrm>
              <a:off x="7810723" y="170595"/>
              <a:ext cx="151184" cy="94446"/>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2" name="Google Shape;432;p6"/>
            <p:cNvSpPr/>
            <p:nvPr/>
          </p:nvSpPr>
          <p:spPr>
            <a:xfrm>
              <a:off x="7924251" y="170595"/>
              <a:ext cx="151768" cy="94446"/>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3" name="Google Shape;433;p6"/>
            <p:cNvSpPr/>
            <p:nvPr/>
          </p:nvSpPr>
          <p:spPr>
            <a:xfrm>
              <a:off x="8038337" y="170595"/>
              <a:ext cx="151210" cy="94446"/>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4" name="Google Shape;434;p6"/>
            <p:cNvSpPr/>
            <p:nvPr/>
          </p:nvSpPr>
          <p:spPr>
            <a:xfrm>
              <a:off x="8151864" y="170595"/>
              <a:ext cx="151768" cy="94446"/>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5" name="Google Shape;435;p6"/>
            <p:cNvSpPr/>
            <p:nvPr/>
          </p:nvSpPr>
          <p:spPr>
            <a:xfrm>
              <a:off x="6543445" y="958895"/>
              <a:ext cx="280952" cy="175519"/>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6" name="Google Shape;436;p6"/>
            <p:cNvSpPr/>
            <p:nvPr/>
          </p:nvSpPr>
          <p:spPr>
            <a:xfrm>
              <a:off x="6754286" y="958895"/>
              <a:ext cx="280927" cy="175519"/>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7" name="Google Shape;437;p6"/>
            <p:cNvSpPr/>
            <p:nvPr/>
          </p:nvSpPr>
          <p:spPr>
            <a:xfrm>
              <a:off x="6965101" y="958895"/>
              <a:ext cx="280927" cy="175519"/>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8" name="Google Shape;438;p6"/>
            <p:cNvSpPr/>
            <p:nvPr/>
          </p:nvSpPr>
          <p:spPr>
            <a:xfrm>
              <a:off x="7176500" y="958895"/>
              <a:ext cx="280952" cy="175519"/>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39" name="Google Shape;439;p6"/>
            <p:cNvSpPr/>
            <p:nvPr/>
          </p:nvSpPr>
          <p:spPr>
            <a:xfrm>
              <a:off x="7387341" y="958895"/>
              <a:ext cx="280927" cy="175519"/>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0" name="Google Shape;440;p6"/>
            <p:cNvSpPr/>
            <p:nvPr/>
          </p:nvSpPr>
          <p:spPr>
            <a:xfrm>
              <a:off x="7598157" y="958895"/>
              <a:ext cx="280927" cy="175519"/>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1" name="Google Shape;441;p6"/>
            <p:cNvSpPr/>
            <p:nvPr/>
          </p:nvSpPr>
          <p:spPr>
            <a:xfrm>
              <a:off x="3748885" y="-197980"/>
              <a:ext cx="993913" cy="45875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2" name="Google Shape;442;p6"/>
            <p:cNvSpPr/>
            <p:nvPr/>
          </p:nvSpPr>
          <p:spPr>
            <a:xfrm>
              <a:off x="4708100" y="215949"/>
              <a:ext cx="69046" cy="69077"/>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43" name="Google Shape;443;p6"/>
          <p:cNvSpPr txBox="1"/>
          <p:nvPr>
            <p:ph type="title"/>
          </p:nvPr>
        </p:nvSpPr>
        <p:spPr>
          <a:xfrm>
            <a:off x="720000" y="461875"/>
            <a:ext cx="7704000" cy="488400"/>
          </a:xfrm>
          <a:prstGeom prst="rect">
            <a:avLst/>
          </a:prstGeom>
        </p:spPr>
        <p:txBody>
          <a:bodyPr spcFirstLastPara="1" wrap="square" lIns="0" tIns="0" rIns="0" bIns="0" anchor="t" anchorCtr="0">
            <a:noAutofit/>
          </a:bodyPr>
          <a:lstStyle>
            <a:lvl1pPr lvl="0">
              <a:spcBef>
                <a:spcPts val="0"/>
              </a:spcBef>
              <a:spcAft>
                <a:spcPts val="0"/>
              </a:spcAft>
              <a:buSzPts val="36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444" name="Google Shape;444;p6"/>
          <p:cNvGrpSpPr/>
          <p:nvPr/>
        </p:nvGrpSpPr>
        <p:grpSpPr>
          <a:xfrm flipH="1">
            <a:off x="-1056675" y="3555950"/>
            <a:ext cx="1552150" cy="3475150"/>
            <a:chOff x="327125" y="2375600"/>
            <a:chExt cx="1552150" cy="3475150"/>
          </a:xfrm>
        </p:grpSpPr>
        <p:sp>
          <p:nvSpPr>
            <p:cNvPr id="445" name="Google Shape;445;p6"/>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6" name="Google Shape;446;p6"/>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7" name="Google Shape;447;p6"/>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8" name="Google Shape;448;p6"/>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49" name="Google Shape;449;p6"/>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0" name="Google Shape;450;p6"/>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1" name="Google Shape;451;p6"/>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2" name="Google Shape;452;p6"/>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3" name="Google Shape;453;p6"/>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4" name="Google Shape;454;p6"/>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5" name="Google Shape;455;p6"/>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6" name="Google Shape;456;p6"/>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7" name="Google Shape;457;p6"/>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8" name="Google Shape;458;p6"/>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59" name="Google Shape;459;p6"/>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0" name="Google Shape;460;p6"/>
            <p:cNvSpPr/>
            <p:nvPr/>
          </p:nvSpPr>
          <p:spPr>
            <a:xfrm>
              <a:off x="969100" y="4182200"/>
              <a:ext cx="174625" cy="556975"/>
            </a:xfrm>
            <a:custGeom>
              <a:avLst/>
              <a:gdLst/>
              <a:ahLst/>
              <a:cxnLst/>
              <a:rect l="l" t="t" r="r" b="b"/>
              <a:pathLst>
                <a:path w="6985" h="22279" fill="none" extrusionOk="0">
                  <a:moveTo>
                    <a:pt x="0" y="22278"/>
                  </a:moveTo>
                  <a:lnTo>
                    <a:pt x="6985" y="15294"/>
                  </a:lnTo>
                  <a:lnTo>
                    <a:pt x="6985"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1" name="Google Shape;461;p6"/>
            <p:cNvSpPr/>
            <p:nvPr/>
          </p:nvSpPr>
          <p:spPr>
            <a:xfrm>
              <a:off x="1123725" y="4163375"/>
              <a:ext cx="39975" cy="39975"/>
            </a:xfrm>
            <a:custGeom>
              <a:avLst/>
              <a:gdLst/>
              <a:ahLst/>
              <a:cxnLst/>
              <a:rect l="l" t="t" r="r" b="b"/>
              <a:pathLst>
                <a:path w="1599" h="1599" extrusionOk="0">
                  <a:moveTo>
                    <a:pt x="800" y="1"/>
                  </a:moveTo>
                  <a:cubicBezTo>
                    <a:pt x="343" y="1"/>
                    <a:pt x="1" y="343"/>
                    <a:pt x="1" y="799"/>
                  </a:cubicBezTo>
                  <a:cubicBezTo>
                    <a:pt x="1" y="1233"/>
                    <a:pt x="343" y="1598"/>
                    <a:pt x="800" y="1598"/>
                  </a:cubicBezTo>
                  <a:cubicBezTo>
                    <a:pt x="1233" y="1598"/>
                    <a:pt x="1599" y="1233"/>
                    <a:pt x="1599" y="799"/>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2" name="Google Shape;462;p6"/>
            <p:cNvSpPr/>
            <p:nvPr/>
          </p:nvSpPr>
          <p:spPr>
            <a:xfrm>
              <a:off x="1393075" y="4882950"/>
              <a:ext cx="25" cy="428000"/>
            </a:xfrm>
            <a:custGeom>
              <a:avLst/>
              <a:gdLst/>
              <a:ahLst/>
              <a:cxnLst/>
              <a:rect l="l" t="t" r="r" b="b"/>
              <a:pathLst>
                <a:path w="1" h="17120" fill="none" extrusionOk="0">
                  <a:moveTo>
                    <a:pt x="0" y="17119"/>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3" name="Google Shape;463;p6"/>
            <p:cNvSpPr/>
            <p:nvPr/>
          </p:nvSpPr>
          <p:spPr>
            <a:xfrm>
              <a:off x="1373100" y="4864125"/>
              <a:ext cx="39975" cy="39950"/>
            </a:xfrm>
            <a:custGeom>
              <a:avLst/>
              <a:gdLst/>
              <a:ahLst/>
              <a:cxnLst/>
              <a:rect l="l" t="t" r="r" b="b"/>
              <a:pathLst>
                <a:path w="1599" h="1598" extrusionOk="0">
                  <a:moveTo>
                    <a:pt x="799" y="0"/>
                  </a:moveTo>
                  <a:cubicBezTo>
                    <a:pt x="343" y="0"/>
                    <a:pt x="1" y="365"/>
                    <a:pt x="1" y="799"/>
                  </a:cubicBezTo>
                  <a:cubicBezTo>
                    <a:pt x="1" y="1233"/>
                    <a:pt x="343" y="1598"/>
                    <a:pt x="799" y="1598"/>
                  </a:cubicBezTo>
                  <a:cubicBezTo>
                    <a:pt x="1233" y="1598"/>
                    <a:pt x="1598" y="1233"/>
                    <a:pt x="1598" y="799"/>
                  </a:cubicBezTo>
                  <a:cubicBezTo>
                    <a:pt x="1598" y="365"/>
                    <a:pt x="1233"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4" name="Google Shape;464;p6"/>
            <p:cNvSpPr/>
            <p:nvPr/>
          </p:nvSpPr>
          <p:spPr>
            <a:xfrm>
              <a:off x="1714900" y="4922900"/>
              <a:ext cx="164375" cy="388050"/>
            </a:xfrm>
            <a:custGeom>
              <a:avLst/>
              <a:gdLst/>
              <a:ahLst/>
              <a:cxnLst/>
              <a:rect l="l" t="t" r="r" b="b"/>
              <a:pathLst>
                <a:path w="6575" h="15522" fill="none" extrusionOk="0">
                  <a:moveTo>
                    <a:pt x="6575" y="15521"/>
                  </a:moveTo>
                  <a:lnTo>
                    <a:pt x="6575" y="6574"/>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5" name="Google Shape;465;p6"/>
            <p:cNvSpPr/>
            <p:nvPr/>
          </p:nvSpPr>
          <p:spPr>
            <a:xfrm>
              <a:off x="1693800" y="4903475"/>
              <a:ext cx="43950" cy="40275"/>
            </a:xfrm>
            <a:custGeom>
              <a:avLst/>
              <a:gdLst/>
              <a:ahLst/>
              <a:cxnLst/>
              <a:rect l="l" t="t" r="r" b="b"/>
              <a:pathLst>
                <a:path w="1758" h="1611" extrusionOk="0">
                  <a:moveTo>
                    <a:pt x="868" y="1"/>
                  </a:moveTo>
                  <a:cubicBezTo>
                    <a:pt x="662" y="1"/>
                    <a:pt x="457" y="92"/>
                    <a:pt x="297" y="252"/>
                  </a:cubicBezTo>
                  <a:cubicBezTo>
                    <a:pt x="0" y="549"/>
                    <a:pt x="0" y="1074"/>
                    <a:pt x="297" y="1370"/>
                  </a:cubicBezTo>
                  <a:cubicBezTo>
                    <a:pt x="457" y="1530"/>
                    <a:pt x="662" y="1610"/>
                    <a:pt x="868" y="1610"/>
                  </a:cubicBezTo>
                  <a:cubicBezTo>
                    <a:pt x="1073" y="1610"/>
                    <a:pt x="1279" y="1530"/>
                    <a:pt x="1438" y="1370"/>
                  </a:cubicBezTo>
                  <a:cubicBezTo>
                    <a:pt x="1758" y="1074"/>
                    <a:pt x="1758" y="549"/>
                    <a:pt x="1438" y="252"/>
                  </a:cubicBezTo>
                  <a:cubicBezTo>
                    <a:pt x="1279" y="92"/>
                    <a:pt x="1073" y="1"/>
                    <a:pt x="86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466" name="Shape 466"/>
        <p:cNvGrpSpPr/>
        <p:nvPr/>
      </p:nvGrpSpPr>
      <p:grpSpPr>
        <a:xfrm>
          <a:off x="0" y="0"/>
          <a:ext cx="0" cy="0"/>
          <a:chOff x="0" y="0"/>
          <a:chExt cx="0" cy="0"/>
        </a:xfrm>
      </p:grpSpPr>
      <p:grpSp>
        <p:nvGrpSpPr>
          <p:cNvPr id="467" name="Google Shape;467;p7"/>
          <p:cNvGrpSpPr/>
          <p:nvPr/>
        </p:nvGrpSpPr>
        <p:grpSpPr>
          <a:xfrm rot="5400000">
            <a:off x="4458750" y="327550"/>
            <a:ext cx="40525" cy="1103625"/>
            <a:chOff x="4289175" y="3929550"/>
            <a:chExt cx="40525" cy="1103625"/>
          </a:xfrm>
        </p:grpSpPr>
        <p:sp>
          <p:nvSpPr>
            <p:cNvPr id="468" name="Google Shape;468;p7"/>
            <p:cNvSpPr/>
            <p:nvPr/>
          </p:nvSpPr>
          <p:spPr>
            <a:xfrm>
              <a:off x="4309150" y="3948375"/>
              <a:ext cx="25" cy="1084800"/>
            </a:xfrm>
            <a:custGeom>
              <a:avLst/>
              <a:gdLst/>
              <a:ahLst/>
              <a:cxnLst/>
              <a:rect l="l" t="t" r="r" b="b"/>
              <a:pathLst>
                <a:path w="1" h="43392" fill="none" extrusionOk="0">
                  <a:moveTo>
                    <a:pt x="0" y="43391"/>
                  </a:moveTo>
                  <a:lnTo>
                    <a:pt x="0" y="0"/>
                  </a:lnTo>
                </a:path>
              </a:pathLst>
            </a:custGeom>
            <a:solidFill>
              <a:schemeClr val="accent1"/>
            </a:solidFill>
            <a:ln w="19050"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69" name="Google Shape;469;p7"/>
            <p:cNvSpPr/>
            <p:nvPr/>
          </p:nvSpPr>
          <p:spPr>
            <a:xfrm>
              <a:off x="4289175" y="3929550"/>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470" name="Google Shape;470;p7"/>
          <p:cNvSpPr txBox="1"/>
          <p:nvPr>
            <p:ph type="title"/>
          </p:nvPr>
        </p:nvSpPr>
        <p:spPr>
          <a:xfrm>
            <a:off x="4914300" y="1600200"/>
            <a:ext cx="3509700" cy="587100"/>
          </a:xfrm>
          <a:prstGeom prst="rect">
            <a:avLst/>
          </a:prstGeom>
        </p:spPr>
        <p:txBody>
          <a:bodyPr spcFirstLastPara="1" wrap="square" lIns="0" tIns="0" rIns="0" bIns="0" anchor="ctr" anchorCtr="0">
            <a:noAutofit/>
          </a:bodyPr>
          <a:lstStyle>
            <a:lvl1pPr lvl="0" algn="r">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1" name="Google Shape;471;p7"/>
          <p:cNvSpPr txBox="1"/>
          <p:nvPr>
            <p:ph type="subTitle" idx="1"/>
          </p:nvPr>
        </p:nvSpPr>
        <p:spPr>
          <a:xfrm>
            <a:off x="4914175" y="2571750"/>
            <a:ext cx="3509700" cy="1493400"/>
          </a:xfrm>
          <a:prstGeom prst="rect">
            <a:avLst/>
          </a:prstGeom>
        </p:spPr>
        <p:txBody>
          <a:bodyPr spcFirstLastPara="1" wrap="square" lIns="0" tIns="0" rIns="0" bIns="0" anchor="ctr" anchorCtr="0">
            <a:noAutofit/>
          </a:bodyPr>
          <a:lstStyle>
            <a:lvl1pPr lvl="0" algn="r" rtl="0">
              <a:lnSpc>
                <a:spcPct val="100000"/>
              </a:lnSpc>
              <a:spcBef>
                <a:spcPts val="0"/>
              </a:spcBef>
              <a:spcAft>
                <a:spcPts val="0"/>
              </a:spcAft>
              <a:buSzPts val="2100"/>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p:txBody>
      </p:sp>
      <p:grpSp>
        <p:nvGrpSpPr>
          <p:cNvPr id="472" name="Google Shape;472;p7"/>
          <p:cNvGrpSpPr/>
          <p:nvPr/>
        </p:nvGrpSpPr>
        <p:grpSpPr>
          <a:xfrm>
            <a:off x="1032650" y="1735501"/>
            <a:ext cx="2458221" cy="2138575"/>
            <a:chOff x="1032650" y="1735501"/>
            <a:chExt cx="2458221" cy="2138575"/>
          </a:xfrm>
        </p:grpSpPr>
        <p:sp>
          <p:nvSpPr>
            <p:cNvPr id="473" name="Google Shape;473;p7"/>
            <p:cNvSpPr/>
            <p:nvPr/>
          </p:nvSpPr>
          <p:spPr>
            <a:xfrm>
              <a:off x="1487148" y="1877758"/>
              <a:ext cx="1854040" cy="1854040"/>
            </a:xfrm>
            <a:custGeom>
              <a:avLst/>
              <a:gdLst/>
              <a:ahLst/>
              <a:cxnLst/>
              <a:rect l="l" t="t" r="r" b="b"/>
              <a:pathLst>
                <a:path w="4813" h="4813" fill="none" extrusionOk="0">
                  <a:moveTo>
                    <a:pt x="0" y="0"/>
                  </a:moveTo>
                  <a:lnTo>
                    <a:pt x="4812" y="0"/>
                  </a:lnTo>
                  <a:lnTo>
                    <a:pt x="4812" y="4812"/>
                  </a:lnTo>
                  <a:lnTo>
                    <a:pt x="0" y="4812"/>
                  </a:lnTo>
                  <a:close/>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4" name="Google Shape;474;p7"/>
            <p:cNvSpPr/>
            <p:nvPr/>
          </p:nvSpPr>
          <p:spPr>
            <a:xfrm>
              <a:off x="1344890" y="1735501"/>
              <a:ext cx="2145981" cy="2138575"/>
            </a:xfrm>
            <a:custGeom>
              <a:avLst/>
              <a:gdLst/>
              <a:ahLst/>
              <a:cxnLst/>
              <a:rect l="l" t="t" r="r" b="b"/>
              <a:pathLst>
                <a:path w="7244" h="7219" fill="none" extrusionOk="0">
                  <a:moveTo>
                    <a:pt x="0" y="0"/>
                  </a:moveTo>
                  <a:lnTo>
                    <a:pt x="7243" y="0"/>
                  </a:lnTo>
                  <a:lnTo>
                    <a:pt x="7243" y="7218"/>
                  </a:lnTo>
                  <a:lnTo>
                    <a:pt x="0" y="7218"/>
                  </a:lnTo>
                  <a:close/>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5" name="Google Shape;475;p7"/>
            <p:cNvSpPr/>
            <p:nvPr/>
          </p:nvSpPr>
          <p:spPr>
            <a:xfrm>
              <a:off x="1114412" y="3017876"/>
              <a:ext cx="230477" cy="296"/>
            </a:xfrm>
            <a:custGeom>
              <a:avLst/>
              <a:gdLst/>
              <a:ahLst/>
              <a:cxnLst/>
              <a:rect l="l" t="t" r="r" b="b"/>
              <a:pathLst>
                <a:path w="778" h="1" fill="none" extrusionOk="0">
                  <a:moveTo>
                    <a:pt x="778" y="1"/>
                  </a:moveTo>
                  <a:lnTo>
                    <a:pt x="1" y="1"/>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6" name="Google Shape;476;p7"/>
            <p:cNvSpPr/>
            <p:nvPr/>
          </p:nvSpPr>
          <p:spPr>
            <a:xfrm>
              <a:off x="1144037" y="2439021"/>
              <a:ext cx="200852" cy="296"/>
            </a:xfrm>
            <a:custGeom>
              <a:avLst/>
              <a:gdLst/>
              <a:ahLst/>
              <a:cxnLst/>
              <a:rect l="l" t="t" r="r" b="b"/>
              <a:pathLst>
                <a:path w="678" h="1" fill="none" extrusionOk="0">
                  <a:moveTo>
                    <a:pt x="678" y="0"/>
                  </a:moveTo>
                  <a:lnTo>
                    <a:pt x="1" y="0"/>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77" name="Google Shape;477;p7"/>
            <p:cNvSpPr/>
            <p:nvPr/>
          </p:nvSpPr>
          <p:spPr>
            <a:xfrm>
              <a:off x="1032650" y="2025910"/>
              <a:ext cx="312240" cy="296"/>
            </a:xfrm>
            <a:custGeom>
              <a:avLst/>
              <a:gdLst/>
              <a:ahLst/>
              <a:cxnLst/>
              <a:rect l="l" t="t" r="r" b="b"/>
              <a:pathLst>
                <a:path w="1054" h="1" fill="none" extrusionOk="0">
                  <a:moveTo>
                    <a:pt x="1054" y="1"/>
                  </a:moveTo>
                  <a:lnTo>
                    <a:pt x="1" y="1"/>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78" name="Google Shape;478;p7"/>
          <p:cNvGrpSpPr/>
          <p:nvPr/>
        </p:nvGrpSpPr>
        <p:grpSpPr>
          <a:xfrm>
            <a:off x="-1358125" y="2786225"/>
            <a:ext cx="2627875" cy="269025"/>
            <a:chOff x="-1358125" y="2589925"/>
            <a:chExt cx="2627875" cy="269025"/>
          </a:xfrm>
        </p:grpSpPr>
        <p:sp>
          <p:nvSpPr>
            <p:cNvPr id="479" name="Google Shape;479;p7"/>
            <p:cNvSpPr/>
            <p:nvPr/>
          </p:nvSpPr>
          <p:spPr>
            <a:xfrm rot="5400000">
              <a:off x="-242262" y="1512438"/>
              <a:ext cx="112450" cy="2344175"/>
            </a:xfrm>
            <a:custGeom>
              <a:avLst/>
              <a:gdLst/>
              <a:ahLst/>
              <a:cxnLst/>
              <a:rect l="l" t="t" r="r" b="b"/>
              <a:pathLst>
                <a:path w="4498" h="93767" fill="none" extrusionOk="0">
                  <a:moveTo>
                    <a:pt x="4497" y="93766"/>
                  </a:moveTo>
                  <a:lnTo>
                    <a:pt x="4497" y="50855"/>
                  </a:lnTo>
                  <a:lnTo>
                    <a:pt x="1" y="46358"/>
                  </a:lnTo>
                  <a:lnTo>
                    <a:pt x="1" y="0"/>
                  </a:lnTo>
                </a:path>
              </a:pathLst>
            </a:custGeom>
            <a:noFill/>
            <a:ln w="13125" cap="flat" cmpd="sng">
              <a:solidFill>
                <a:schemeClr val="dk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0" name="Google Shape;480;p7"/>
            <p:cNvSpPr/>
            <p:nvPr/>
          </p:nvSpPr>
          <p:spPr>
            <a:xfrm rot="5400000">
              <a:off x="949513" y="2537563"/>
              <a:ext cx="192900" cy="374375"/>
            </a:xfrm>
            <a:custGeom>
              <a:avLst/>
              <a:gdLst/>
              <a:ahLst/>
              <a:cxnLst/>
              <a:rect l="l" t="t" r="r" b="b"/>
              <a:pathLst>
                <a:path w="7716" h="14975" fill="none" extrusionOk="0">
                  <a:moveTo>
                    <a:pt x="1" y="14974"/>
                  </a:moveTo>
                  <a:lnTo>
                    <a:pt x="7716" y="7259"/>
                  </a:lnTo>
                  <a:lnTo>
                    <a:pt x="7716" y="1"/>
                  </a:lnTo>
                </a:path>
              </a:pathLst>
            </a:custGeom>
            <a:noFill/>
            <a:ln w="19050" cap="flat" cmpd="sng">
              <a:solidFill>
                <a:schemeClr val="dk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1" name="Google Shape;481;p7"/>
            <p:cNvSpPr/>
            <p:nvPr/>
          </p:nvSpPr>
          <p:spPr>
            <a:xfrm rot="5400000">
              <a:off x="1194225" y="2783425"/>
              <a:ext cx="75525" cy="7552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2" name="Google Shape;482;p7"/>
            <p:cNvSpPr/>
            <p:nvPr/>
          </p:nvSpPr>
          <p:spPr>
            <a:xfrm rot="5400000">
              <a:off x="947950" y="2589925"/>
              <a:ext cx="75525" cy="7552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483" name="Google Shape;483;p7"/>
          <p:cNvGrpSpPr/>
          <p:nvPr/>
        </p:nvGrpSpPr>
        <p:grpSpPr>
          <a:xfrm>
            <a:off x="913631" y="-758409"/>
            <a:ext cx="10779673" cy="2852929"/>
            <a:chOff x="913631" y="-758409"/>
            <a:chExt cx="10779673" cy="2852929"/>
          </a:xfrm>
        </p:grpSpPr>
        <p:sp>
          <p:nvSpPr>
            <p:cNvPr id="484" name="Google Shape;484;p7"/>
            <p:cNvSpPr/>
            <p:nvPr/>
          </p:nvSpPr>
          <p:spPr>
            <a:xfrm>
              <a:off x="6227221" y="-646632"/>
              <a:ext cx="5466083" cy="1127132"/>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5" name="Google Shape;485;p7"/>
            <p:cNvSpPr/>
            <p:nvPr/>
          </p:nvSpPr>
          <p:spPr>
            <a:xfrm>
              <a:off x="5068827" y="-472864"/>
              <a:ext cx="6393739" cy="1984325"/>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6" name="Google Shape;486;p7"/>
            <p:cNvSpPr/>
            <p:nvPr/>
          </p:nvSpPr>
          <p:spPr>
            <a:xfrm>
              <a:off x="5440673" y="120784"/>
              <a:ext cx="6252400" cy="1112085"/>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7" name="Google Shape;487;p7"/>
            <p:cNvSpPr/>
            <p:nvPr/>
          </p:nvSpPr>
          <p:spPr>
            <a:xfrm>
              <a:off x="4735806" y="252861"/>
              <a:ext cx="6722117" cy="1533132"/>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8" name="Google Shape;488;p7"/>
            <p:cNvSpPr/>
            <p:nvPr/>
          </p:nvSpPr>
          <p:spPr>
            <a:xfrm>
              <a:off x="3886708" y="343196"/>
              <a:ext cx="3461835" cy="538686"/>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89" name="Google Shape;489;p7"/>
            <p:cNvSpPr/>
            <p:nvPr/>
          </p:nvSpPr>
          <p:spPr>
            <a:xfrm>
              <a:off x="3809085" y="-758409"/>
              <a:ext cx="1679673" cy="520720"/>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0" name="Google Shape;490;p7"/>
            <p:cNvSpPr/>
            <p:nvPr/>
          </p:nvSpPr>
          <p:spPr>
            <a:xfrm>
              <a:off x="3809085" y="-490830"/>
              <a:ext cx="993913" cy="45875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1" name="Google Shape;491;p7"/>
            <p:cNvSpPr/>
            <p:nvPr/>
          </p:nvSpPr>
          <p:spPr>
            <a:xfrm>
              <a:off x="9826894" y="1712989"/>
              <a:ext cx="136721" cy="13672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2" name="Google Shape;492;p7"/>
            <p:cNvSpPr/>
            <p:nvPr/>
          </p:nvSpPr>
          <p:spPr>
            <a:xfrm>
              <a:off x="9850645" y="1736740"/>
              <a:ext cx="89218" cy="8863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3" name="Google Shape;493;p7"/>
            <p:cNvSpPr/>
            <p:nvPr/>
          </p:nvSpPr>
          <p:spPr>
            <a:xfrm>
              <a:off x="8592628" y="81402"/>
              <a:ext cx="89218" cy="89219"/>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4" name="Google Shape;494;p7"/>
            <p:cNvSpPr/>
            <p:nvPr/>
          </p:nvSpPr>
          <p:spPr>
            <a:xfrm>
              <a:off x="10934893" y="789187"/>
              <a:ext cx="89218" cy="8863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5" name="Google Shape;495;p7"/>
            <p:cNvSpPr/>
            <p:nvPr/>
          </p:nvSpPr>
          <p:spPr>
            <a:xfrm>
              <a:off x="7339839" y="740517"/>
              <a:ext cx="136721" cy="136721"/>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6" name="Google Shape;496;p7"/>
            <p:cNvSpPr/>
            <p:nvPr/>
          </p:nvSpPr>
          <p:spPr>
            <a:xfrm>
              <a:off x="7363590" y="764268"/>
              <a:ext cx="89218" cy="89218"/>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7" name="Google Shape;497;p7"/>
            <p:cNvSpPr/>
            <p:nvPr/>
          </p:nvSpPr>
          <p:spPr>
            <a:xfrm>
              <a:off x="6100372" y="-709765"/>
              <a:ext cx="136721" cy="136721"/>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8" name="Google Shape;498;p7"/>
            <p:cNvSpPr/>
            <p:nvPr/>
          </p:nvSpPr>
          <p:spPr>
            <a:xfrm>
              <a:off x="6124123" y="-686014"/>
              <a:ext cx="88635" cy="89218"/>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499" name="Google Shape;499;p7"/>
            <p:cNvSpPr/>
            <p:nvPr/>
          </p:nvSpPr>
          <p:spPr>
            <a:xfrm>
              <a:off x="6720105" y="-695276"/>
              <a:ext cx="107742" cy="107742"/>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0" name="Google Shape;500;p7"/>
            <p:cNvSpPr/>
            <p:nvPr/>
          </p:nvSpPr>
          <p:spPr>
            <a:xfrm>
              <a:off x="10327898" y="421401"/>
              <a:ext cx="107742" cy="107742"/>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1" name="Google Shape;501;p7"/>
            <p:cNvSpPr/>
            <p:nvPr/>
          </p:nvSpPr>
          <p:spPr>
            <a:xfrm>
              <a:off x="10136748" y="1466826"/>
              <a:ext cx="70695" cy="70695"/>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2" name="Google Shape;502;p7"/>
            <p:cNvSpPr/>
            <p:nvPr/>
          </p:nvSpPr>
          <p:spPr>
            <a:xfrm>
              <a:off x="8601890" y="1192877"/>
              <a:ext cx="70695" cy="70111"/>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3" name="Google Shape;503;p7"/>
            <p:cNvSpPr/>
            <p:nvPr/>
          </p:nvSpPr>
          <p:spPr>
            <a:xfrm>
              <a:off x="7411092" y="536655"/>
              <a:ext cx="141922" cy="141339"/>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4" name="Google Shape;504;p7"/>
            <p:cNvSpPr/>
            <p:nvPr/>
          </p:nvSpPr>
          <p:spPr>
            <a:xfrm>
              <a:off x="9285340" y="1156972"/>
              <a:ext cx="141922" cy="141922"/>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5" name="Google Shape;505;p7"/>
            <p:cNvSpPr/>
            <p:nvPr/>
          </p:nvSpPr>
          <p:spPr>
            <a:xfrm>
              <a:off x="7145822" y="-69174"/>
              <a:ext cx="66051" cy="66051"/>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6" name="Google Shape;506;p7"/>
            <p:cNvSpPr/>
            <p:nvPr/>
          </p:nvSpPr>
          <p:spPr>
            <a:xfrm>
              <a:off x="7338672" y="-341397"/>
              <a:ext cx="145982" cy="146566"/>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7" name="Google Shape;507;p7"/>
            <p:cNvSpPr/>
            <p:nvPr/>
          </p:nvSpPr>
          <p:spPr>
            <a:xfrm>
              <a:off x="7364174" y="-315336"/>
              <a:ext cx="95004" cy="94446"/>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8" name="Google Shape;508;p7"/>
            <p:cNvSpPr/>
            <p:nvPr/>
          </p:nvSpPr>
          <p:spPr>
            <a:xfrm>
              <a:off x="5743599" y="-296229"/>
              <a:ext cx="107742" cy="107768"/>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09" name="Google Shape;509;p7"/>
            <p:cNvSpPr/>
            <p:nvPr/>
          </p:nvSpPr>
          <p:spPr>
            <a:xfrm>
              <a:off x="5430243" y="-296229"/>
              <a:ext cx="107768" cy="107768"/>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0" name="Google Shape;510;p7"/>
            <p:cNvSpPr/>
            <p:nvPr/>
          </p:nvSpPr>
          <p:spPr>
            <a:xfrm>
              <a:off x="4743317" y="-91199"/>
              <a:ext cx="107768" cy="107768"/>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1" name="Google Shape;511;p7"/>
            <p:cNvSpPr/>
            <p:nvPr/>
          </p:nvSpPr>
          <p:spPr>
            <a:xfrm>
              <a:off x="4288089" y="-539474"/>
              <a:ext cx="107742" cy="107742"/>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2" name="Google Shape;512;p7"/>
            <p:cNvSpPr/>
            <p:nvPr/>
          </p:nvSpPr>
          <p:spPr>
            <a:xfrm>
              <a:off x="7000423" y="-678478"/>
              <a:ext cx="73588" cy="74146"/>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3" name="Google Shape;513;p7"/>
            <p:cNvSpPr/>
            <p:nvPr/>
          </p:nvSpPr>
          <p:spPr>
            <a:xfrm>
              <a:off x="5041600" y="-500092"/>
              <a:ext cx="74171" cy="74146"/>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4" name="Google Shape;514;p7"/>
            <p:cNvSpPr/>
            <p:nvPr/>
          </p:nvSpPr>
          <p:spPr>
            <a:xfrm>
              <a:off x="8632010" y="121240"/>
              <a:ext cx="2335337" cy="717199"/>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5" name="Google Shape;515;p7"/>
            <p:cNvSpPr/>
            <p:nvPr/>
          </p:nvSpPr>
          <p:spPr>
            <a:xfrm>
              <a:off x="7355470" y="170595"/>
              <a:ext cx="151793" cy="94446"/>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6" name="Google Shape;516;p7"/>
            <p:cNvSpPr/>
            <p:nvPr/>
          </p:nvSpPr>
          <p:spPr>
            <a:xfrm>
              <a:off x="7469581" y="170595"/>
              <a:ext cx="151184" cy="94446"/>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7" name="Google Shape;517;p7"/>
            <p:cNvSpPr/>
            <p:nvPr/>
          </p:nvSpPr>
          <p:spPr>
            <a:xfrm>
              <a:off x="7583109" y="170595"/>
              <a:ext cx="151768" cy="94446"/>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8" name="Google Shape;518;p7"/>
            <p:cNvSpPr/>
            <p:nvPr/>
          </p:nvSpPr>
          <p:spPr>
            <a:xfrm>
              <a:off x="7697195" y="170595"/>
              <a:ext cx="151210" cy="94446"/>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19" name="Google Shape;519;p7"/>
            <p:cNvSpPr/>
            <p:nvPr/>
          </p:nvSpPr>
          <p:spPr>
            <a:xfrm>
              <a:off x="7810723" y="170595"/>
              <a:ext cx="151184" cy="94446"/>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0" name="Google Shape;520;p7"/>
            <p:cNvSpPr/>
            <p:nvPr/>
          </p:nvSpPr>
          <p:spPr>
            <a:xfrm>
              <a:off x="7924251" y="170595"/>
              <a:ext cx="151768" cy="94446"/>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1" name="Google Shape;521;p7"/>
            <p:cNvSpPr/>
            <p:nvPr/>
          </p:nvSpPr>
          <p:spPr>
            <a:xfrm>
              <a:off x="8038337" y="170595"/>
              <a:ext cx="151210" cy="94446"/>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2" name="Google Shape;522;p7"/>
            <p:cNvSpPr/>
            <p:nvPr/>
          </p:nvSpPr>
          <p:spPr>
            <a:xfrm>
              <a:off x="8151864" y="170595"/>
              <a:ext cx="151768" cy="94446"/>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3" name="Google Shape;523;p7"/>
            <p:cNvSpPr/>
            <p:nvPr/>
          </p:nvSpPr>
          <p:spPr>
            <a:xfrm>
              <a:off x="6543445" y="958895"/>
              <a:ext cx="280952" cy="175519"/>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4" name="Google Shape;524;p7"/>
            <p:cNvSpPr/>
            <p:nvPr/>
          </p:nvSpPr>
          <p:spPr>
            <a:xfrm>
              <a:off x="6754286" y="958895"/>
              <a:ext cx="280927" cy="175519"/>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5" name="Google Shape;525;p7"/>
            <p:cNvSpPr/>
            <p:nvPr/>
          </p:nvSpPr>
          <p:spPr>
            <a:xfrm>
              <a:off x="6965101" y="958895"/>
              <a:ext cx="280927" cy="175519"/>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6" name="Google Shape;526;p7"/>
            <p:cNvSpPr/>
            <p:nvPr/>
          </p:nvSpPr>
          <p:spPr>
            <a:xfrm>
              <a:off x="7176500" y="958895"/>
              <a:ext cx="280952" cy="175519"/>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7" name="Google Shape;527;p7"/>
            <p:cNvSpPr/>
            <p:nvPr/>
          </p:nvSpPr>
          <p:spPr>
            <a:xfrm>
              <a:off x="7387341" y="958895"/>
              <a:ext cx="280927" cy="175519"/>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28" name="Google Shape;528;p7"/>
            <p:cNvSpPr/>
            <p:nvPr/>
          </p:nvSpPr>
          <p:spPr>
            <a:xfrm>
              <a:off x="7598157" y="958895"/>
              <a:ext cx="280927" cy="175519"/>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529" name="Google Shape;529;p7"/>
            <p:cNvCxnSpPr/>
            <p:nvPr/>
          </p:nvCxnSpPr>
          <p:spPr>
            <a:xfrm rot="10800000">
              <a:off x="1697950" y="877825"/>
              <a:ext cx="2233200" cy="0"/>
            </a:xfrm>
            <a:prstGeom prst="straightConnector1">
              <a:avLst/>
            </a:prstGeom>
            <a:noFill/>
            <a:ln w="19050" cap="flat" cmpd="sng">
              <a:solidFill>
                <a:schemeClr val="accent2"/>
              </a:solidFill>
              <a:prstDash val="solid"/>
              <a:round/>
              <a:headEnd type="oval" w="med" len="med"/>
              <a:tailEnd type="none" w="med" len="med"/>
            </a:ln>
          </p:spPr>
        </p:cxnSp>
        <p:sp>
          <p:nvSpPr>
            <p:cNvPr id="530" name="Google Shape;530;p7"/>
            <p:cNvSpPr/>
            <p:nvPr/>
          </p:nvSpPr>
          <p:spPr>
            <a:xfrm>
              <a:off x="3748885" y="-197980"/>
              <a:ext cx="993913" cy="45875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1" name="Google Shape;531;p7"/>
            <p:cNvSpPr/>
            <p:nvPr/>
          </p:nvSpPr>
          <p:spPr>
            <a:xfrm>
              <a:off x="4708100" y="215949"/>
              <a:ext cx="69046" cy="69077"/>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532" name="Google Shape;532;p7"/>
            <p:cNvGrpSpPr/>
            <p:nvPr/>
          </p:nvGrpSpPr>
          <p:grpSpPr>
            <a:xfrm rot="-5400000" flipH="1">
              <a:off x="266770" y="647027"/>
              <a:ext cx="2094354" cy="800631"/>
              <a:chOff x="5593937" y="1366150"/>
              <a:chExt cx="1612903" cy="622575"/>
            </a:xfrm>
          </p:grpSpPr>
          <p:sp>
            <p:nvSpPr>
              <p:cNvPr id="533" name="Google Shape;533;p7"/>
              <p:cNvSpPr/>
              <p:nvPr/>
            </p:nvSpPr>
            <p:spPr>
              <a:xfrm>
                <a:off x="5593937"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4" name="Google Shape;534;p7"/>
              <p:cNvSpPr/>
              <p:nvPr/>
            </p:nvSpPr>
            <p:spPr>
              <a:xfrm>
                <a:off x="7100690"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535" name="Google Shape;535;p7"/>
          <p:cNvSpPr/>
          <p:nvPr/>
        </p:nvSpPr>
        <p:spPr>
          <a:xfrm rot="10800000" flipH="1">
            <a:off x="-3890200" y="6349394"/>
            <a:ext cx="74171" cy="74146"/>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536" name="Google Shape;536;p7"/>
          <p:cNvGrpSpPr/>
          <p:nvPr/>
        </p:nvGrpSpPr>
        <p:grpSpPr>
          <a:xfrm>
            <a:off x="3690957" y="4568872"/>
            <a:ext cx="881035" cy="290677"/>
            <a:chOff x="3690957" y="4568872"/>
            <a:chExt cx="881035" cy="290677"/>
          </a:xfrm>
        </p:grpSpPr>
        <p:sp>
          <p:nvSpPr>
            <p:cNvPr id="537" name="Google Shape;537;p7"/>
            <p:cNvSpPr/>
            <p:nvPr/>
          </p:nvSpPr>
          <p:spPr>
            <a:xfrm>
              <a:off x="3690957" y="4568872"/>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8" name="Google Shape;538;p7"/>
            <p:cNvSpPr/>
            <p:nvPr/>
          </p:nvSpPr>
          <p:spPr>
            <a:xfrm>
              <a:off x="3839318" y="456887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39" name="Google Shape;539;p7"/>
            <p:cNvSpPr/>
            <p:nvPr/>
          </p:nvSpPr>
          <p:spPr>
            <a:xfrm>
              <a:off x="3984595" y="4568872"/>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0" name="Google Shape;540;p7"/>
            <p:cNvSpPr/>
            <p:nvPr/>
          </p:nvSpPr>
          <p:spPr>
            <a:xfrm>
              <a:off x="4132955" y="456887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1" name="Google Shape;541;p7"/>
            <p:cNvSpPr/>
            <p:nvPr/>
          </p:nvSpPr>
          <p:spPr>
            <a:xfrm>
              <a:off x="4278232" y="4568872"/>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2" name="Google Shape;542;p7"/>
            <p:cNvSpPr/>
            <p:nvPr/>
          </p:nvSpPr>
          <p:spPr>
            <a:xfrm>
              <a:off x="4426592" y="456887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543" name="Shape 543"/>
        <p:cNvGrpSpPr/>
        <p:nvPr/>
      </p:nvGrpSpPr>
      <p:grpSpPr>
        <a:xfrm>
          <a:off x="0" y="0"/>
          <a:ext cx="0" cy="0"/>
          <a:chOff x="0" y="0"/>
          <a:chExt cx="0" cy="0"/>
        </a:xfrm>
      </p:grpSpPr>
      <p:sp>
        <p:nvSpPr>
          <p:cNvPr id="544" name="Google Shape;544;p8"/>
          <p:cNvSpPr/>
          <p:nvPr/>
        </p:nvSpPr>
        <p:spPr>
          <a:xfrm>
            <a:off x="905550" y="1320600"/>
            <a:ext cx="7332900" cy="2502300"/>
          </a:xfrm>
          <a:prstGeom prst="rect">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5" name="Google Shape;545;p8"/>
          <p:cNvSpPr txBox="1"/>
          <p:nvPr>
            <p:ph type="title"/>
          </p:nvPr>
        </p:nvSpPr>
        <p:spPr>
          <a:xfrm>
            <a:off x="1763250" y="1849800"/>
            <a:ext cx="5617500" cy="1443900"/>
          </a:xfrm>
          <a:prstGeom prst="rect">
            <a:avLst/>
          </a:prstGeom>
        </p:spPr>
        <p:txBody>
          <a:bodyPr spcFirstLastPara="1" wrap="square" lIns="0" tIns="0" rIns="0" bIns="0" anchor="ctr" anchorCtr="0">
            <a:noAutofit/>
          </a:bodyPr>
          <a:lstStyle>
            <a:lvl1pPr lvl="0">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546" name="Shape 546"/>
        <p:cNvGrpSpPr/>
        <p:nvPr/>
      </p:nvGrpSpPr>
      <p:grpSpPr>
        <a:xfrm>
          <a:off x="0" y="0"/>
          <a:ext cx="0" cy="0"/>
          <a:chOff x="0" y="0"/>
          <a:chExt cx="0" cy="0"/>
        </a:xfrm>
      </p:grpSpPr>
      <p:grpSp>
        <p:nvGrpSpPr>
          <p:cNvPr id="547" name="Google Shape;547;p9"/>
          <p:cNvGrpSpPr/>
          <p:nvPr/>
        </p:nvGrpSpPr>
        <p:grpSpPr>
          <a:xfrm flipH="1">
            <a:off x="-271725" y="-1955550"/>
            <a:ext cx="7767703" cy="3383025"/>
            <a:chOff x="24125" y="294775"/>
            <a:chExt cx="7767703" cy="3383025"/>
          </a:xfrm>
        </p:grpSpPr>
        <p:sp>
          <p:nvSpPr>
            <p:cNvPr id="548" name="Google Shape;548;p9"/>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49" name="Google Shape;549;p9"/>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0" name="Google Shape;550;p9"/>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1" name="Google Shape;551;p9"/>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2" name="Google Shape;552;p9"/>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3" name="Google Shape;553;p9"/>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4" name="Google Shape;554;p9"/>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5" name="Google Shape;555;p9"/>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6" name="Google Shape;556;p9"/>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7" name="Google Shape;557;p9"/>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8" name="Google Shape;558;p9"/>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59" name="Google Shape;559;p9"/>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0" name="Google Shape;560;p9"/>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1" name="Google Shape;561;p9"/>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2" name="Google Shape;562;p9"/>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3" name="Google Shape;563;p9"/>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4" name="Google Shape;564;p9"/>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5" name="Google Shape;565;p9"/>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6" name="Google Shape;566;p9"/>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7" name="Google Shape;567;p9"/>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8" name="Google Shape;568;p9"/>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69" name="Google Shape;569;p9"/>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0" name="Google Shape;570;p9"/>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1" name="Google Shape;571;p9"/>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2" name="Google Shape;572;p9"/>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3" name="Google Shape;573;p9"/>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4" name="Google Shape;574;p9"/>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5" name="Google Shape;575;p9"/>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6" name="Google Shape;576;p9"/>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7" name="Google Shape;577;p9"/>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8" name="Google Shape;578;p9"/>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79" name="Google Shape;579;p9"/>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0" name="Google Shape;580;p9"/>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1" name="Google Shape;581;p9"/>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2" name="Google Shape;582;p9"/>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3" name="Google Shape;583;p9"/>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4" name="Google Shape;584;p9"/>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5" name="Google Shape;585;p9"/>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6" name="Google Shape;586;p9"/>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7" name="Google Shape;587;p9"/>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8" name="Google Shape;588;p9"/>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89" name="Google Shape;589;p9"/>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0" name="Google Shape;590;p9"/>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1" name="Google Shape;591;p9"/>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2" name="Google Shape;592;p9"/>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3" name="Google Shape;593;p9"/>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4" name="Google Shape;594;p9"/>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5" name="Google Shape;595;p9"/>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6" name="Google Shape;596;p9"/>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7" name="Google Shape;597;p9"/>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8" name="Google Shape;598;p9"/>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599" name="Google Shape;599;p9"/>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0" name="Google Shape;600;p9"/>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1" name="Google Shape;601;p9"/>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2" name="Google Shape;602;p9"/>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3" name="Google Shape;603;p9"/>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4" name="Google Shape;604;p9"/>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5" name="Google Shape;605;p9"/>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6" name="Google Shape;606;p9"/>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7" name="Google Shape;607;p9"/>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8" name="Google Shape;608;p9"/>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09" name="Google Shape;609;p9"/>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0" name="Google Shape;610;p9"/>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1" name="Google Shape;611;p9"/>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2" name="Google Shape;612;p9"/>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3" name="Google Shape;613;p9"/>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4" name="Google Shape;614;p9"/>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5" name="Google Shape;615;p9"/>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6" name="Google Shape;616;p9"/>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7" name="Google Shape;617;p9"/>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8" name="Google Shape;618;p9"/>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19" name="Google Shape;619;p9"/>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0" name="Google Shape;620;p9"/>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1" name="Google Shape;621;p9"/>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2" name="Google Shape;622;p9"/>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3" name="Google Shape;623;p9"/>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4" name="Google Shape;624;p9"/>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5" name="Google Shape;625;p9"/>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6" name="Google Shape;626;p9"/>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7" name="Google Shape;627;p9"/>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8" name="Google Shape;628;p9"/>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29" name="Google Shape;629;p9"/>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0" name="Google Shape;630;p9"/>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1" name="Google Shape;631;p9"/>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2" name="Google Shape;632;p9"/>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3" name="Google Shape;633;p9"/>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4" name="Google Shape;634;p9"/>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5" name="Google Shape;635;p9"/>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6" name="Google Shape;636;p9"/>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7" name="Google Shape;637;p9"/>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8" name="Google Shape;638;p9"/>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39" name="Google Shape;639;p9"/>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0" name="Google Shape;640;p9"/>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1" name="Google Shape;641;p9"/>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42" name="Google Shape;642;p9"/>
          <p:cNvGrpSpPr/>
          <p:nvPr/>
        </p:nvGrpSpPr>
        <p:grpSpPr>
          <a:xfrm>
            <a:off x="-64791" y="3334954"/>
            <a:ext cx="2438787" cy="1857515"/>
            <a:chOff x="-64791" y="3334954"/>
            <a:chExt cx="2438787" cy="1857515"/>
          </a:xfrm>
        </p:grpSpPr>
        <p:sp>
          <p:nvSpPr>
            <p:cNvPr id="643" name="Google Shape;643;p9"/>
            <p:cNvSpPr/>
            <p:nvPr/>
          </p:nvSpPr>
          <p:spPr>
            <a:xfrm>
              <a:off x="153233" y="4953367"/>
              <a:ext cx="101" cy="101"/>
            </a:xfrm>
            <a:custGeom>
              <a:avLst/>
              <a:gdLst/>
              <a:ahLst/>
              <a:cxnLst/>
              <a:rect l="l" t="t" r="r" b="b"/>
              <a:pathLst>
                <a:path w="1" h="1" fill="none" extrusionOk="0">
                  <a:moveTo>
                    <a:pt x="0" y="0"/>
                  </a:moveTo>
                  <a:lnTo>
                    <a:pt x="0" y="0"/>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4" name="Google Shape;644;p9"/>
            <p:cNvSpPr/>
            <p:nvPr/>
          </p:nvSpPr>
          <p:spPr>
            <a:xfrm>
              <a:off x="735872" y="4953367"/>
              <a:ext cx="101" cy="101"/>
            </a:xfrm>
            <a:custGeom>
              <a:avLst/>
              <a:gdLst/>
              <a:ahLst/>
              <a:cxnLst/>
              <a:rect l="l" t="t" r="r" b="b"/>
              <a:pathLst>
                <a:path w="1" h="1" fill="none" extrusionOk="0">
                  <a:moveTo>
                    <a:pt x="0" y="0"/>
                  </a:moveTo>
                  <a:lnTo>
                    <a:pt x="0" y="0"/>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5" name="Google Shape;645;p9"/>
            <p:cNvSpPr/>
            <p:nvPr/>
          </p:nvSpPr>
          <p:spPr>
            <a:xfrm>
              <a:off x="173449" y="4953367"/>
              <a:ext cx="527044" cy="101"/>
            </a:xfrm>
            <a:custGeom>
              <a:avLst/>
              <a:gdLst/>
              <a:ahLst/>
              <a:cxnLst/>
              <a:rect l="l" t="t" r="r" b="b"/>
              <a:pathLst>
                <a:path w="5214" h="1" fill="none" extrusionOk="0">
                  <a:moveTo>
                    <a:pt x="5214"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6" name="Google Shape;646;p9"/>
            <p:cNvSpPr/>
            <p:nvPr/>
          </p:nvSpPr>
          <p:spPr>
            <a:xfrm>
              <a:off x="-26784" y="4811455"/>
              <a:ext cx="106541" cy="101"/>
            </a:xfrm>
            <a:custGeom>
              <a:avLst/>
              <a:gdLst/>
              <a:ahLst/>
              <a:cxnLst/>
              <a:rect l="l" t="t" r="r" b="b"/>
              <a:pathLst>
                <a:path w="1054" h="1" fill="none" extrusionOk="0">
                  <a:moveTo>
                    <a:pt x="1054"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7" name="Google Shape;647;p9"/>
            <p:cNvSpPr/>
            <p:nvPr/>
          </p:nvSpPr>
          <p:spPr>
            <a:xfrm>
              <a:off x="1115" y="4735444"/>
              <a:ext cx="78642" cy="101"/>
            </a:xfrm>
            <a:custGeom>
              <a:avLst/>
              <a:gdLst/>
              <a:ahLst/>
              <a:cxnLst/>
              <a:rect l="l" t="t" r="r" b="b"/>
              <a:pathLst>
                <a:path w="778" h="1" fill="none" extrusionOk="0">
                  <a:moveTo>
                    <a:pt x="778"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8" name="Google Shape;648;p9"/>
            <p:cNvSpPr/>
            <p:nvPr/>
          </p:nvSpPr>
          <p:spPr>
            <a:xfrm>
              <a:off x="811974" y="4755761"/>
              <a:ext cx="53372" cy="101"/>
            </a:xfrm>
            <a:custGeom>
              <a:avLst/>
              <a:gdLst/>
              <a:ahLst/>
              <a:cxnLst/>
              <a:rect l="l" t="t" r="r" b="b"/>
              <a:pathLst>
                <a:path w="528" h="1" fill="none" extrusionOk="0">
                  <a:moveTo>
                    <a:pt x="1" y="0"/>
                  </a:moveTo>
                  <a:lnTo>
                    <a:pt x="527"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49" name="Google Shape;649;p9"/>
            <p:cNvSpPr/>
            <p:nvPr/>
          </p:nvSpPr>
          <p:spPr>
            <a:xfrm>
              <a:off x="459715" y="5029378"/>
              <a:ext cx="101" cy="114116"/>
            </a:xfrm>
            <a:custGeom>
              <a:avLst/>
              <a:gdLst/>
              <a:ahLst/>
              <a:cxnLst/>
              <a:rect l="l" t="t" r="r" b="b"/>
              <a:pathLst>
                <a:path w="1" h="1129" fill="none" extrusionOk="0">
                  <a:moveTo>
                    <a:pt x="1" y="0"/>
                  </a:moveTo>
                  <a:lnTo>
                    <a:pt x="1" y="1128"/>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0" name="Google Shape;650;p9"/>
            <p:cNvSpPr/>
            <p:nvPr/>
          </p:nvSpPr>
          <p:spPr>
            <a:xfrm>
              <a:off x="335585" y="5029378"/>
              <a:ext cx="101" cy="53268"/>
            </a:xfrm>
            <a:custGeom>
              <a:avLst/>
              <a:gdLst/>
              <a:ahLst/>
              <a:cxnLst/>
              <a:rect l="l" t="t" r="r" b="b"/>
              <a:pathLst>
                <a:path w="1" h="527" fill="none" extrusionOk="0">
                  <a:moveTo>
                    <a:pt x="1" y="0"/>
                  </a:moveTo>
                  <a:lnTo>
                    <a:pt x="1" y="5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1" name="Google Shape;651;p9"/>
            <p:cNvSpPr/>
            <p:nvPr/>
          </p:nvSpPr>
          <p:spPr>
            <a:xfrm>
              <a:off x="244409" y="5029378"/>
              <a:ext cx="101" cy="83692"/>
            </a:xfrm>
            <a:custGeom>
              <a:avLst/>
              <a:gdLst/>
              <a:ahLst/>
              <a:cxnLst/>
              <a:rect l="l" t="t" r="r" b="b"/>
              <a:pathLst>
                <a:path w="1" h="828" fill="none" extrusionOk="0">
                  <a:moveTo>
                    <a:pt x="0" y="0"/>
                  </a:moveTo>
                  <a:lnTo>
                    <a:pt x="0" y="8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2" name="Google Shape;652;p9"/>
            <p:cNvSpPr/>
            <p:nvPr/>
          </p:nvSpPr>
          <p:spPr>
            <a:xfrm>
              <a:off x="611743" y="5029378"/>
              <a:ext cx="101" cy="83692"/>
            </a:xfrm>
            <a:custGeom>
              <a:avLst/>
              <a:gdLst/>
              <a:ahLst/>
              <a:cxnLst/>
              <a:rect l="l" t="t" r="r" b="b"/>
              <a:pathLst>
                <a:path w="1" h="828" fill="none" extrusionOk="0">
                  <a:moveTo>
                    <a:pt x="0" y="0"/>
                  </a:moveTo>
                  <a:lnTo>
                    <a:pt x="0" y="8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3" name="Google Shape;653;p9"/>
            <p:cNvSpPr/>
            <p:nvPr/>
          </p:nvSpPr>
          <p:spPr>
            <a:xfrm>
              <a:off x="535729" y="5029378"/>
              <a:ext cx="101" cy="63376"/>
            </a:xfrm>
            <a:custGeom>
              <a:avLst/>
              <a:gdLst/>
              <a:ahLst/>
              <a:cxnLst/>
              <a:rect l="l" t="t" r="r" b="b"/>
              <a:pathLst>
                <a:path w="1" h="627" fill="none" extrusionOk="0">
                  <a:moveTo>
                    <a:pt x="1" y="0"/>
                  </a:moveTo>
                  <a:lnTo>
                    <a:pt x="1" y="627"/>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4" name="Google Shape;654;p9"/>
            <p:cNvSpPr/>
            <p:nvPr/>
          </p:nvSpPr>
          <p:spPr>
            <a:xfrm rot="5400000" flipH="1">
              <a:off x="1339300" y="4319646"/>
              <a:ext cx="345501" cy="1400147"/>
            </a:xfrm>
            <a:custGeom>
              <a:avLst/>
              <a:gdLst/>
              <a:ahLst/>
              <a:cxnLst/>
              <a:rect l="l" t="t" r="r" b="b"/>
              <a:pathLst>
                <a:path w="1330" h="5390" fill="none" extrusionOk="0">
                  <a:moveTo>
                    <a:pt x="1329" y="5389"/>
                  </a:moveTo>
                  <a:lnTo>
                    <a:pt x="1329" y="2808"/>
                  </a:lnTo>
                  <a:lnTo>
                    <a:pt x="1" y="1504"/>
                  </a:ln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5" name="Google Shape;655;p9"/>
            <p:cNvSpPr/>
            <p:nvPr/>
          </p:nvSpPr>
          <p:spPr>
            <a:xfrm>
              <a:off x="201348" y="4418870"/>
              <a:ext cx="486510" cy="486486"/>
            </a:xfrm>
            <a:custGeom>
              <a:avLst/>
              <a:gdLst/>
              <a:ahLst/>
              <a:cxnLst/>
              <a:rect l="l" t="t" r="r" b="b"/>
              <a:pathLst>
                <a:path w="4813" h="4813" fill="none" extrusionOk="0">
                  <a:moveTo>
                    <a:pt x="0" y="0"/>
                  </a:moveTo>
                  <a:lnTo>
                    <a:pt x="4812" y="0"/>
                  </a:lnTo>
                  <a:lnTo>
                    <a:pt x="4812" y="4812"/>
                  </a:lnTo>
                  <a:lnTo>
                    <a:pt x="0" y="4812"/>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6" name="Google Shape;656;p9"/>
            <p:cNvSpPr/>
            <p:nvPr/>
          </p:nvSpPr>
          <p:spPr>
            <a:xfrm>
              <a:off x="282416" y="4499934"/>
              <a:ext cx="324374" cy="324358"/>
            </a:xfrm>
            <a:custGeom>
              <a:avLst/>
              <a:gdLst/>
              <a:ahLst/>
              <a:cxnLst/>
              <a:rect l="l" t="t" r="r" b="b"/>
              <a:pathLst>
                <a:path w="3209" h="3209" extrusionOk="0">
                  <a:moveTo>
                    <a:pt x="0" y="0"/>
                  </a:moveTo>
                  <a:lnTo>
                    <a:pt x="0" y="3208"/>
                  </a:lnTo>
                  <a:lnTo>
                    <a:pt x="3208" y="3208"/>
                  </a:lnTo>
                  <a:lnTo>
                    <a:pt x="3208" y="0"/>
                  </a:lnTo>
                  <a:close/>
                </a:path>
              </a:pathLst>
            </a:custGeom>
            <a:solidFill>
              <a:schemeClr val="dk2"/>
            </a:solid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7" name="Google Shape;657;p9"/>
            <p:cNvSpPr/>
            <p:nvPr/>
          </p:nvSpPr>
          <p:spPr>
            <a:xfrm>
              <a:off x="153233" y="4388445"/>
              <a:ext cx="101" cy="527018"/>
            </a:xfrm>
            <a:custGeom>
              <a:avLst/>
              <a:gdLst/>
              <a:ahLst/>
              <a:cxnLst/>
              <a:rect l="l" t="t" r="r" b="b"/>
              <a:pathLst>
                <a:path w="1" h="5214" fill="none" extrusionOk="0">
                  <a:moveTo>
                    <a:pt x="0" y="5213"/>
                  </a:moveTo>
                  <a:lnTo>
                    <a:pt x="0"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8" name="Google Shape;658;p9"/>
            <p:cNvSpPr/>
            <p:nvPr/>
          </p:nvSpPr>
          <p:spPr>
            <a:xfrm>
              <a:off x="153233" y="4370656"/>
              <a:ext cx="101" cy="101"/>
            </a:xfrm>
            <a:custGeom>
              <a:avLst/>
              <a:gdLst/>
              <a:ahLst/>
              <a:cxnLst/>
              <a:rect l="l" t="t" r="r" b="b"/>
              <a:pathLst>
                <a:path w="1" h="1" fill="none" extrusionOk="0">
                  <a:moveTo>
                    <a:pt x="0" y="1"/>
                  </a:moveTo>
                  <a:lnTo>
                    <a:pt x="0" y="1"/>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59" name="Google Shape;659;p9"/>
            <p:cNvSpPr/>
            <p:nvPr/>
          </p:nvSpPr>
          <p:spPr>
            <a:xfrm>
              <a:off x="191139" y="4370656"/>
              <a:ext cx="527145" cy="101"/>
            </a:xfrm>
            <a:custGeom>
              <a:avLst/>
              <a:gdLst/>
              <a:ahLst/>
              <a:cxnLst/>
              <a:rect l="l" t="t" r="r" b="b"/>
              <a:pathLst>
                <a:path w="5215" h="1" fill="none" extrusionOk="0">
                  <a:moveTo>
                    <a:pt x="1" y="1"/>
                  </a:moveTo>
                  <a:lnTo>
                    <a:pt x="5214"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0" name="Google Shape;660;p9"/>
            <p:cNvSpPr/>
            <p:nvPr/>
          </p:nvSpPr>
          <p:spPr>
            <a:xfrm>
              <a:off x="735872" y="4370656"/>
              <a:ext cx="101" cy="101"/>
            </a:xfrm>
            <a:custGeom>
              <a:avLst/>
              <a:gdLst/>
              <a:ahLst/>
              <a:cxnLst/>
              <a:rect l="l" t="t" r="r" b="b"/>
              <a:pathLst>
                <a:path w="1" h="1" fill="none" extrusionOk="0">
                  <a:moveTo>
                    <a:pt x="0" y="1"/>
                  </a:moveTo>
                  <a:lnTo>
                    <a:pt x="0" y="1"/>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1" name="Google Shape;661;p9"/>
            <p:cNvSpPr/>
            <p:nvPr/>
          </p:nvSpPr>
          <p:spPr>
            <a:xfrm>
              <a:off x="735872" y="4406134"/>
              <a:ext cx="101" cy="527018"/>
            </a:xfrm>
            <a:custGeom>
              <a:avLst/>
              <a:gdLst/>
              <a:ahLst/>
              <a:cxnLst/>
              <a:rect l="l" t="t" r="r" b="b"/>
              <a:pathLst>
                <a:path w="1" h="5214" fill="none" extrusionOk="0">
                  <a:moveTo>
                    <a:pt x="0" y="1"/>
                  </a:moveTo>
                  <a:lnTo>
                    <a:pt x="0" y="5214"/>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2" name="Google Shape;662;p9"/>
            <p:cNvSpPr/>
            <p:nvPr/>
          </p:nvSpPr>
          <p:spPr>
            <a:xfrm>
              <a:off x="79746" y="4297273"/>
              <a:ext cx="732242" cy="729678"/>
            </a:xfrm>
            <a:custGeom>
              <a:avLst/>
              <a:gdLst/>
              <a:ahLst/>
              <a:cxnLst/>
              <a:rect l="l" t="t" r="r" b="b"/>
              <a:pathLst>
                <a:path w="7244" h="7219" fill="none" extrusionOk="0">
                  <a:moveTo>
                    <a:pt x="0" y="0"/>
                  </a:moveTo>
                  <a:lnTo>
                    <a:pt x="7243" y="0"/>
                  </a:lnTo>
                  <a:lnTo>
                    <a:pt x="7243" y="7218"/>
                  </a:lnTo>
                  <a:lnTo>
                    <a:pt x="0" y="7218"/>
                  </a:lnTo>
                  <a:close/>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3" name="Google Shape;663;p9"/>
            <p:cNvSpPr/>
            <p:nvPr/>
          </p:nvSpPr>
          <p:spPr>
            <a:xfrm>
              <a:off x="331917" y="3334954"/>
              <a:ext cx="201068" cy="201068"/>
            </a:xfrm>
            <a:custGeom>
              <a:avLst/>
              <a:gdLst/>
              <a:ahLst/>
              <a:cxnLst/>
              <a:rect l="l" t="t" r="r" b="b"/>
              <a:pathLst>
                <a:path w="1204" h="1204" fill="none" extrusionOk="0">
                  <a:moveTo>
                    <a:pt x="602" y="0"/>
                  </a:moveTo>
                  <a:cubicBezTo>
                    <a:pt x="928" y="0"/>
                    <a:pt x="1204" y="276"/>
                    <a:pt x="1204" y="602"/>
                  </a:cubicBezTo>
                  <a:cubicBezTo>
                    <a:pt x="1204" y="928"/>
                    <a:pt x="928" y="1203"/>
                    <a:pt x="602" y="1203"/>
                  </a:cubicBezTo>
                  <a:cubicBezTo>
                    <a:pt x="276" y="1203"/>
                    <a:pt x="1" y="928"/>
                    <a:pt x="1" y="602"/>
                  </a:cubicBezTo>
                  <a:cubicBezTo>
                    <a:pt x="1" y="276"/>
                    <a:pt x="276" y="0"/>
                    <a:pt x="602" y="0"/>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64" name="Google Shape;664;p9"/>
            <p:cNvCxnSpPr/>
            <p:nvPr/>
          </p:nvCxnSpPr>
          <p:spPr>
            <a:xfrm rot="10800000">
              <a:off x="432450" y="3536025"/>
              <a:ext cx="0" cy="764700"/>
            </a:xfrm>
            <a:prstGeom prst="straightConnector1">
              <a:avLst/>
            </a:prstGeom>
            <a:noFill/>
            <a:ln w="19050" cap="flat" cmpd="sng">
              <a:solidFill>
                <a:schemeClr val="accent2"/>
              </a:solidFill>
              <a:prstDash val="solid"/>
              <a:round/>
              <a:headEnd type="none" w="med" len="med"/>
              <a:tailEnd type="none" w="med" len="med"/>
            </a:ln>
          </p:spPr>
        </p:cxnSp>
        <p:sp>
          <p:nvSpPr>
            <p:cNvPr id="665" name="Google Shape;665;p9"/>
            <p:cNvSpPr/>
            <p:nvPr/>
          </p:nvSpPr>
          <p:spPr>
            <a:xfrm>
              <a:off x="553421" y="3371325"/>
              <a:ext cx="163326" cy="921005"/>
            </a:xfrm>
            <a:custGeom>
              <a:avLst/>
              <a:gdLst/>
              <a:ahLst/>
              <a:cxnLst/>
              <a:rect l="l" t="t" r="r" b="b"/>
              <a:pathLst>
                <a:path w="978" h="5515" fill="none" extrusionOk="0">
                  <a:moveTo>
                    <a:pt x="0" y="5514"/>
                  </a:moveTo>
                  <a:lnTo>
                    <a:pt x="0" y="3509"/>
                  </a:lnTo>
                  <a:lnTo>
                    <a:pt x="977" y="2532"/>
                  </a:lnTo>
                  <a:lnTo>
                    <a:pt x="977"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6" name="Google Shape;666;p9"/>
            <p:cNvSpPr/>
            <p:nvPr/>
          </p:nvSpPr>
          <p:spPr>
            <a:xfrm>
              <a:off x="133388" y="3392200"/>
              <a:ext cx="222110" cy="900130"/>
            </a:xfrm>
            <a:custGeom>
              <a:avLst/>
              <a:gdLst/>
              <a:ahLst/>
              <a:cxnLst/>
              <a:rect l="l" t="t" r="r" b="b"/>
              <a:pathLst>
                <a:path w="1330" h="5390" fill="none" extrusionOk="0">
                  <a:moveTo>
                    <a:pt x="1329" y="5389"/>
                  </a:moveTo>
                  <a:lnTo>
                    <a:pt x="1329" y="2808"/>
                  </a:lnTo>
                  <a:lnTo>
                    <a:pt x="1" y="1504"/>
                  </a:ln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7" name="Google Shape;667;p9"/>
            <p:cNvSpPr/>
            <p:nvPr/>
          </p:nvSpPr>
          <p:spPr>
            <a:xfrm>
              <a:off x="279842" y="3919750"/>
              <a:ext cx="167" cy="372577"/>
            </a:xfrm>
            <a:custGeom>
              <a:avLst/>
              <a:gdLst/>
              <a:ahLst/>
              <a:cxnLst/>
              <a:rect l="l" t="t" r="r" b="b"/>
              <a:pathLst>
                <a:path w="1" h="2231" fill="none" extrusionOk="0">
                  <a:moveTo>
                    <a:pt x="1" y="2231"/>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8" name="Google Shape;668;p9"/>
            <p:cNvSpPr/>
            <p:nvPr/>
          </p:nvSpPr>
          <p:spPr>
            <a:xfrm>
              <a:off x="647217" y="3919750"/>
              <a:ext cx="167" cy="372577"/>
            </a:xfrm>
            <a:custGeom>
              <a:avLst/>
              <a:gdLst/>
              <a:ahLst/>
              <a:cxnLst/>
              <a:rect l="l" t="t" r="r" b="b"/>
              <a:pathLst>
                <a:path w="1" h="2231" fill="none" extrusionOk="0">
                  <a:moveTo>
                    <a:pt x="0" y="2231"/>
                  </a:moveTo>
                  <a:lnTo>
                    <a:pt x="0"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69" name="Google Shape;669;p9"/>
            <p:cNvSpPr/>
            <p:nvPr/>
          </p:nvSpPr>
          <p:spPr>
            <a:xfrm>
              <a:off x="-64791" y="4659535"/>
              <a:ext cx="144548" cy="101"/>
            </a:xfrm>
            <a:custGeom>
              <a:avLst/>
              <a:gdLst/>
              <a:ahLst/>
              <a:cxnLst/>
              <a:rect l="l" t="t" r="r" b="b"/>
              <a:pathLst>
                <a:path w="1430" h="1" fill="none" extrusionOk="0">
                  <a:moveTo>
                    <a:pt x="1430"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0" name="Google Shape;670;p9"/>
            <p:cNvSpPr/>
            <p:nvPr/>
          </p:nvSpPr>
          <p:spPr>
            <a:xfrm>
              <a:off x="11223" y="4537939"/>
              <a:ext cx="68534" cy="101"/>
            </a:xfrm>
            <a:custGeom>
              <a:avLst/>
              <a:gdLst/>
              <a:ahLst/>
              <a:cxnLst/>
              <a:rect l="l" t="t" r="r" b="b"/>
              <a:pathLst>
                <a:path w="678" h="1" fill="none" extrusionOk="0">
                  <a:moveTo>
                    <a:pt x="678" y="0"/>
                  </a:moveTo>
                  <a:lnTo>
                    <a:pt x="1" y="0"/>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1" name="Google Shape;671;p9"/>
            <p:cNvSpPr/>
            <p:nvPr/>
          </p:nvSpPr>
          <p:spPr>
            <a:xfrm>
              <a:off x="-26784" y="4444139"/>
              <a:ext cx="106541" cy="101"/>
            </a:xfrm>
            <a:custGeom>
              <a:avLst/>
              <a:gdLst/>
              <a:ahLst/>
              <a:cxnLst/>
              <a:rect l="l" t="t" r="r" b="b"/>
              <a:pathLst>
                <a:path w="1054" h="1" fill="none" extrusionOk="0">
                  <a:moveTo>
                    <a:pt x="1054" y="1"/>
                  </a:moveTo>
                  <a:lnTo>
                    <a:pt x="1"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2" name="Google Shape;672;p9"/>
            <p:cNvSpPr/>
            <p:nvPr/>
          </p:nvSpPr>
          <p:spPr>
            <a:xfrm>
              <a:off x="811974" y="4479617"/>
              <a:ext cx="83696" cy="101"/>
            </a:xfrm>
            <a:custGeom>
              <a:avLst/>
              <a:gdLst/>
              <a:ahLst/>
              <a:cxnLst/>
              <a:rect l="l" t="t" r="r" b="b"/>
              <a:pathLst>
                <a:path w="828" h="1" fill="none" extrusionOk="0">
                  <a:moveTo>
                    <a:pt x="1" y="1"/>
                  </a:moveTo>
                  <a:lnTo>
                    <a:pt x="828"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3" name="Google Shape;673;p9"/>
            <p:cNvSpPr/>
            <p:nvPr/>
          </p:nvSpPr>
          <p:spPr>
            <a:xfrm>
              <a:off x="811974" y="4555627"/>
              <a:ext cx="63480" cy="101"/>
            </a:xfrm>
            <a:custGeom>
              <a:avLst/>
              <a:gdLst/>
              <a:ahLst/>
              <a:cxnLst/>
              <a:rect l="l" t="t" r="r" b="b"/>
              <a:pathLst>
                <a:path w="628" h="1" fill="none" extrusionOk="0">
                  <a:moveTo>
                    <a:pt x="1" y="1"/>
                  </a:moveTo>
                  <a:lnTo>
                    <a:pt x="627" y="1"/>
                  </a:lnTo>
                </a:path>
              </a:pathLst>
            </a:custGeom>
            <a:noFill/>
            <a:ln w="19050"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4" name="Google Shape;674;p9"/>
            <p:cNvSpPr/>
            <p:nvPr/>
          </p:nvSpPr>
          <p:spPr>
            <a:xfrm rot="5400000">
              <a:off x="2172928" y="4531170"/>
              <a:ext cx="201068" cy="201068"/>
            </a:xfrm>
            <a:custGeom>
              <a:avLst/>
              <a:gdLst/>
              <a:ahLst/>
              <a:cxnLst/>
              <a:rect l="l" t="t" r="r" b="b"/>
              <a:pathLst>
                <a:path w="1204" h="1204" fill="none" extrusionOk="0">
                  <a:moveTo>
                    <a:pt x="602" y="0"/>
                  </a:moveTo>
                  <a:cubicBezTo>
                    <a:pt x="928" y="0"/>
                    <a:pt x="1204" y="276"/>
                    <a:pt x="1204" y="602"/>
                  </a:cubicBezTo>
                  <a:cubicBezTo>
                    <a:pt x="1204" y="928"/>
                    <a:pt x="928" y="1203"/>
                    <a:pt x="602" y="1203"/>
                  </a:cubicBezTo>
                  <a:cubicBezTo>
                    <a:pt x="276" y="1203"/>
                    <a:pt x="1" y="928"/>
                    <a:pt x="1" y="602"/>
                  </a:cubicBezTo>
                  <a:cubicBezTo>
                    <a:pt x="1" y="276"/>
                    <a:pt x="276" y="0"/>
                    <a:pt x="602" y="0"/>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675" name="Google Shape;675;p9"/>
            <p:cNvCxnSpPr/>
            <p:nvPr/>
          </p:nvCxnSpPr>
          <p:spPr>
            <a:xfrm>
              <a:off x="809451" y="4631704"/>
              <a:ext cx="1366200" cy="0"/>
            </a:xfrm>
            <a:prstGeom prst="straightConnector1">
              <a:avLst/>
            </a:prstGeom>
            <a:noFill/>
            <a:ln w="19050" cap="flat" cmpd="sng">
              <a:solidFill>
                <a:schemeClr val="accent2"/>
              </a:solidFill>
              <a:prstDash val="solid"/>
              <a:round/>
              <a:headEnd type="none" w="med" len="med"/>
              <a:tailEnd type="none" w="med" len="med"/>
            </a:ln>
          </p:spPr>
        </p:cxnSp>
      </p:grpSp>
      <p:grpSp>
        <p:nvGrpSpPr>
          <p:cNvPr id="676" name="Google Shape;676;p9"/>
          <p:cNvGrpSpPr/>
          <p:nvPr/>
        </p:nvGrpSpPr>
        <p:grpSpPr>
          <a:xfrm>
            <a:off x="5266248" y="4568869"/>
            <a:ext cx="3157758" cy="296582"/>
            <a:chOff x="5266248" y="4230494"/>
            <a:chExt cx="3157758" cy="296582"/>
          </a:xfrm>
        </p:grpSpPr>
        <p:sp>
          <p:nvSpPr>
            <p:cNvPr id="677" name="Google Shape;677;p9"/>
            <p:cNvSpPr/>
            <p:nvPr/>
          </p:nvSpPr>
          <p:spPr>
            <a:xfrm>
              <a:off x="5266248"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8" name="Google Shape;678;p9"/>
            <p:cNvSpPr/>
            <p:nvPr/>
          </p:nvSpPr>
          <p:spPr>
            <a:xfrm>
              <a:off x="5459599" y="4230494"/>
              <a:ext cx="103232" cy="296582"/>
            </a:xfrm>
            <a:custGeom>
              <a:avLst/>
              <a:gdLst/>
              <a:ahLst/>
              <a:cxnLst/>
              <a:rect l="l" t="t" r="r" b="b"/>
              <a:pathLst>
                <a:path w="803" h="2307" extrusionOk="0">
                  <a:moveTo>
                    <a:pt x="0" y="0"/>
                  </a:moveTo>
                  <a:lnTo>
                    <a:pt x="0" y="2306"/>
                  </a:lnTo>
                  <a:lnTo>
                    <a:pt x="802" y="2306"/>
                  </a:lnTo>
                  <a:lnTo>
                    <a:pt x="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79" name="Google Shape;679;p9"/>
            <p:cNvSpPr/>
            <p:nvPr/>
          </p:nvSpPr>
          <p:spPr>
            <a:xfrm>
              <a:off x="5649735" y="4230494"/>
              <a:ext cx="103232" cy="296582"/>
            </a:xfrm>
            <a:custGeom>
              <a:avLst/>
              <a:gdLst/>
              <a:ahLst/>
              <a:cxnLst/>
              <a:rect l="l" t="t" r="r" b="b"/>
              <a:pathLst>
                <a:path w="803" h="2307" extrusionOk="0">
                  <a:moveTo>
                    <a:pt x="0" y="0"/>
                  </a:moveTo>
                  <a:lnTo>
                    <a:pt x="0" y="2306"/>
                  </a:lnTo>
                  <a:lnTo>
                    <a:pt x="802" y="2306"/>
                  </a:lnTo>
                  <a:lnTo>
                    <a:pt x="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0" name="Google Shape;680;p9"/>
            <p:cNvSpPr/>
            <p:nvPr/>
          </p:nvSpPr>
          <p:spPr>
            <a:xfrm>
              <a:off x="5839743"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1" name="Google Shape;681;p9"/>
            <p:cNvSpPr/>
            <p:nvPr/>
          </p:nvSpPr>
          <p:spPr>
            <a:xfrm>
              <a:off x="6029880"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2" name="Google Shape;682;p9"/>
            <p:cNvSpPr/>
            <p:nvPr/>
          </p:nvSpPr>
          <p:spPr>
            <a:xfrm>
              <a:off x="6220016" y="4230494"/>
              <a:ext cx="106446" cy="296582"/>
            </a:xfrm>
            <a:custGeom>
              <a:avLst/>
              <a:gdLst/>
              <a:ahLst/>
              <a:cxnLst/>
              <a:rect l="l" t="t" r="r" b="b"/>
              <a:pathLst>
                <a:path w="828" h="2307" extrusionOk="0">
                  <a:moveTo>
                    <a:pt x="0" y="0"/>
                  </a:moveTo>
                  <a:lnTo>
                    <a:pt x="0" y="2306"/>
                  </a:lnTo>
                  <a:lnTo>
                    <a:pt x="827" y="2306"/>
                  </a:lnTo>
                  <a:lnTo>
                    <a:pt x="8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3" name="Google Shape;683;p9"/>
            <p:cNvSpPr/>
            <p:nvPr/>
          </p:nvSpPr>
          <p:spPr>
            <a:xfrm>
              <a:off x="6413238"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4" name="Google Shape;684;p9"/>
            <p:cNvSpPr/>
            <p:nvPr/>
          </p:nvSpPr>
          <p:spPr>
            <a:xfrm>
              <a:off x="6603375"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5" name="Google Shape;685;p9"/>
            <p:cNvSpPr/>
            <p:nvPr/>
          </p:nvSpPr>
          <p:spPr>
            <a:xfrm>
              <a:off x="6793511"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6" name="Google Shape;686;p9"/>
            <p:cNvSpPr/>
            <p:nvPr/>
          </p:nvSpPr>
          <p:spPr>
            <a:xfrm>
              <a:off x="6983648"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7" name="Google Shape;687;p9"/>
            <p:cNvSpPr/>
            <p:nvPr/>
          </p:nvSpPr>
          <p:spPr>
            <a:xfrm>
              <a:off x="7176870"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8" name="Google Shape;688;p9"/>
            <p:cNvSpPr/>
            <p:nvPr/>
          </p:nvSpPr>
          <p:spPr>
            <a:xfrm>
              <a:off x="7367006"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89" name="Google Shape;689;p9"/>
            <p:cNvSpPr/>
            <p:nvPr/>
          </p:nvSpPr>
          <p:spPr>
            <a:xfrm>
              <a:off x="7557143"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0" name="Google Shape;690;p9"/>
            <p:cNvSpPr/>
            <p:nvPr/>
          </p:nvSpPr>
          <p:spPr>
            <a:xfrm>
              <a:off x="7747151"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1" name="Google Shape;691;p9"/>
            <p:cNvSpPr/>
            <p:nvPr/>
          </p:nvSpPr>
          <p:spPr>
            <a:xfrm>
              <a:off x="7940501"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2" name="Google Shape;692;p9"/>
            <p:cNvSpPr/>
            <p:nvPr/>
          </p:nvSpPr>
          <p:spPr>
            <a:xfrm>
              <a:off x="8130638"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3" name="Google Shape;693;p9"/>
            <p:cNvSpPr/>
            <p:nvPr/>
          </p:nvSpPr>
          <p:spPr>
            <a:xfrm>
              <a:off x="8320774"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94" name="Google Shape;694;p9"/>
          <p:cNvGrpSpPr/>
          <p:nvPr/>
        </p:nvGrpSpPr>
        <p:grpSpPr>
          <a:xfrm>
            <a:off x="7723214" y="1254245"/>
            <a:ext cx="1068186" cy="967252"/>
            <a:chOff x="7723214" y="1254245"/>
            <a:chExt cx="1068186" cy="967252"/>
          </a:xfrm>
        </p:grpSpPr>
        <p:grpSp>
          <p:nvGrpSpPr>
            <p:cNvPr id="695" name="Google Shape;695;p9"/>
            <p:cNvGrpSpPr/>
            <p:nvPr/>
          </p:nvGrpSpPr>
          <p:grpSpPr>
            <a:xfrm>
              <a:off x="7883587" y="1867634"/>
              <a:ext cx="352280" cy="353863"/>
              <a:chOff x="1448125" y="1450525"/>
              <a:chExt cx="133500" cy="134100"/>
            </a:xfrm>
          </p:grpSpPr>
          <p:sp>
            <p:nvSpPr>
              <p:cNvPr id="696" name="Google Shape;696;p9"/>
              <p:cNvSpPr/>
              <p:nvPr/>
            </p:nvSpPr>
            <p:spPr>
              <a:xfrm>
                <a:off x="1448125" y="1450525"/>
                <a:ext cx="133500" cy="134100"/>
              </a:xfrm>
              <a:custGeom>
                <a:avLst/>
                <a:gdLst/>
                <a:ahLst/>
                <a:cxnLst/>
                <a:rect l="l" t="t" r="r" b="b"/>
                <a:pathLst>
                  <a:path w="5340" h="5364" extrusionOk="0">
                    <a:moveTo>
                      <a:pt x="2457" y="1"/>
                    </a:moveTo>
                    <a:lnTo>
                      <a:pt x="2256" y="452"/>
                    </a:lnTo>
                    <a:cubicBezTo>
                      <a:pt x="2056" y="502"/>
                      <a:pt x="1855" y="577"/>
                      <a:pt x="1680" y="652"/>
                    </a:cubicBezTo>
                    <a:lnTo>
                      <a:pt x="1229" y="427"/>
                    </a:lnTo>
                    <a:cubicBezTo>
                      <a:pt x="1003" y="552"/>
                      <a:pt x="803" y="727"/>
                      <a:pt x="627" y="928"/>
                    </a:cubicBezTo>
                    <a:lnTo>
                      <a:pt x="828" y="1404"/>
                    </a:lnTo>
                    <a:cubicBezTo>
                      <a:pt x="703" y="1579"/>
                      <a:pt x="602" y="1755"/>
                      <a:pt x="527" y="1955"/>
                    </a:cubicBezTo>
                    <a:lnTo>
                      <a:pt x="51" y="2081"/>
                    </a:lnTo>
                    <a:cubicBezTo>
                      <a:pt x="26" y="2281"/>
                      <a:pt x="1" y="2482"/>
                      <a:pt x="1" y="2682"/>
                    </a:cubicBezTo>
                    <a:cubicBezTo>
                      <a:pt x="1" y="2757"/>
                      <a:pt x="1" y="2808"/>
                      <a:pt x="1" y="2883"/>
                    </a:cubicBezTo>
                    <a:lnTo>
                      <a:pt x="452" y="3083"/>
                    </a:lnTo>
                    <a:cubicBezTo>
                      <a:pt x="502" y="3284"/>
                      <a:pt x="552" y="3484"/>
                      <a:pt x="652" y="3685"/>
                    </a:cubicBezTo>
                    <a:lnTo>
                      <a:pt x="402" y="4111"/>
                    </a:lnTo>
                    <a:cubicBezTo>
                      <a:pt x="552" y="4336"/>
                      <a:pt x="728" y="4537"/>
                      <a:pt x="928" y="4712"/>
                    </a:cubicBezTo>
                    <a:lnTo>
                      <a:pt x="1379" y="4537"/>
                    </a:lnTo>
                    <a:cubicBezTo>
                      <a:pt x="1555" y="4637"/>
                      <a:pt x="1755" y="4737"/>
                      <a:pt x="1956" y="4813"/>
                    </a:cubicBezTo>
                    <a:lnTo>
                      <a:pt x="2081" y="5289"/>
                    </a:lnTo>
                    <a:cubicBezTo>
                      <a:pt x="2282" y="5339"/>
                      <a:pt x="2457" y="5364"/>
                      <a:pt x="2657" y="5364"/>
                    </a:cubicBezTo>
                    <a:cubicBezTo>
                      <a:pt x="2733" y="5364"/>
                      <a:pt x="2808" y="5364"/>
                      <a:pt x="2883" y="5339"/>
                    </a:cubicBezTo>
                    <a:lnTo>
                      <a:pt x="3084" y="4888"/>
                    </a:lnTo>
                    <a:cubicBezTo>
                      <a:pt x="3284" y="4863"/>
                      <a:pt x="3485" y="4787"/>
                      <a:pt x="3660" y="4687"/>
                    </a:cubicBezTo>
                    <a:lnTo>
                      <a:pt x="4111" y="4938"/>
                    </a:lnTo>
                    <a:cubicBezTo>
                      <a:pt x="4337" y="4787"/>
                      <a:pt x="4537" y="4612"/>
                      <a:pt x="4713" y="4412"/>
                    </a:cubicBezTo>
                    <a:lnTo>
                      <a:pt x="4512" y="3960"/>
                    </a:lnTo>
                    <a:cubicBezTo>
                      <a:pt x="4637" y="3785"/>
                      <a:pt x="4738" y="3610"/>
                      <a:pt x="4813" y="3409"/>
                    </a:cubicBezTo>
                    <a:lnTo>
                      <a:pt x="5289" y="3259"/>
                    </a:lnTo>
                    <a:cubicBezTo>
                      <a:pt x="5314" y="3083"/>
                      <a:pt x="5339" y="2883"/>
                      <a:pt x="5339" y="2682"/>
                    </a:cubicBezTo>
                    <a:cubicBezTo>
                      <a:pt x="5339" y="2607"/>
                      <a:pt x="5339" y="2532"/>
                      <a:pt x="5339" y="2482"/>
                    </a:cubicBezTo>
                    <a:lnTo>
                      <a:pt x="4888" y="2281"/>
                    </a:lnTo>
                    <a:cubicBezTo>
                      <a:pt x="4838" y="2056"/>
                      <a:pt x="4788" y="1855"/>
                      <a:pt x="4688" y="1680"/>
                    </a:cubicBezTo>
                    <a:lnTo>
                      <a:pt x="4938" y="1254"/>
                    </a:lnTo>
                    <a:cubicBezTo>
                      <a:pt x="4788" y="1028"/>
                      <a:pt x="4612" y="828"/>
                      <a:pt x="4412" y="652"/>
                    </a:cubicBezTo>
                    <a:lnTo>
                      <a:pt x="3961" y="828"/>
                    </a:lnTo>
                    <a:cubicBezTo>
                      <a:pt x="3785" y="702"/>
                      <a:pt x="3585" y="602"/>
                      <a:pt x="3384" y="552"/>
                    </a:cubicBezTo>
                    <a:lnTo>
                      <a:pt x="3259" y="76"/>
                    </a:lnTo>
                    <a:cubicBezTo>
                      <a:pt x="3058" y="26"/>
                      <a:pt x="2883" y="1"/>
                      <a:pt x="26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697" name="Google Shape;697;p9"/>
              <p:cNvSpPr/>
              <p:nvPr/>
            </p:nvSpPr>
            <p:spPr>
              <a:xfrm>
                <a:off x="1476325" y="1479350"/>
                <a:ext cx="77100" cy="76475"/>
              </a:xfrm>
              <a:custGeom>
                <a:avLst/>
                <a:gdLst/>
                <a:ahLst/>
                <a:cxnLst/>
                <a:rect l="l" t="t" r="r" b="b"/>
                <a:pathLst>
                  <a:path w="3084" h="3059" extrusionOk="0">
                    <a:moveTo>
                      <a:pt x="1529" y="0"/>
                    </a:moveTo>
                    <a:cubicBezTo>
                      <a:pt x="702" y="0"/>
                      <a:pt x="1" y="677"/>
                      <a:pt x="1" y="1529"/>
                    </a:cubicBezTo>
                    <a:cubicBezTo>
                      <a:pt x="1" y="2381"/>
                      <a:pt x="702" y="3058"/>
                      <a:pt x="1529" y="3058"/>
                    </a:cubicBezTo>
                    <a:cubicBezTo>
                      <a:pt x="2382" y="3058"/>
                      <a:pt x="3083" y="2381"/>
                      <a:pt x="3083" y="1529"/>
                    </a:cubicBezTo>
                    <a:cubicBezTo>
                      <a:pt x="3083" y="677"/>
                      <a:pt x="2382" y="0"/>
                      <a:pt x="15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698" name="Google Shape;698;p9"/>
            <p:cNvGrpSpPr/>
            <p:nvPr/>
          </p:nvGrpSpPr>
          <p:grpSpPr>
            <a:xfrm>
              <a:off x="8239099" y="1536926"/>
              <a:ext cx="552301" cy="552301"/>
              <a:chOff x="1582850" y="1325200"/>
              <a:chExt cx="209300" cy="209300"/>
            </a:xfrm>
          </p:grpSpPr>
          <p:sp>
            <p:nvSpPr>
              <p:cNvPr id="699" name="Google Shape;699;p9"/>
              <p:cNvSpPr/>
              <p:nvPr/>
            </p:nvSpPr>
            <p:spPr>
              <a:xfrm>
                <a:off x="1582850" y="1325200"/>
                <a:ext cx="209300" cy="209300"/>
              </a:xfrm>
              <a:custGeom>
                <a:avLst/>
                <a:gdLst/>
                <a:ahLst/>
                <a:cxnLst/>
                <a:rect l="l" t="t" r="r" b="b"/>
                <a:pathLst>
                  <a:path w="8372" h="8372" extrusionOk="0">
                    <a:moveTo>
                      <a:pt x="4111" y="1"/>
                    </a:moveTo>
                    <a:cubicBezTo>
                      <a:pt x="3810" y="1"/>
                      <a:pt x="3509" y="26"/>
                      <a:pt x="3208" y="101"/>
                    </a:cubicBezTo>
                    <a:cubicBezTo>
                      <a:pt x="3083" y="126"/>
                      <a:pt x="2983" y="176"/>
                      <a:pt x="2883" y="201"/>
                    </a:cubicBezTo>
                    <a:lnTo>
                      <a:pt x="2757" y="953"/>
                    </a:lnTo>
                    <a:cubicBezTo>
                      <a:pt x="2456" y="1104"/>
                      <a:pt x="2181" y="1279"/>
                      <a:pt x="1930" y="1480"/>
                    </a:cubicBezTo>
                    <a:lnTo>
                      <a:pt x="1178" y="1279"/>
                    </a:lnTo>
                    <a:cubicBezTo>
                      <a:pt x="878" y="1580"/>
                      <a:pt x="652" y="1931"/>
                      <a:pt x="451" y="2282"/>
                    </a:cubicBezTo>
                    <a:lnTo>
                      <a:pt x="903" y="2933"/>
                    </a:lnTo>
                    <a:cubicBezTo>
                      <a:pt x="777" y="3234"/>
                      <a:pt x="702" y="3560"/>
                      <a:pt x="677" y="3886"/>
                    </a:cubicBezTo>
                    <a:lnTo>
                      <a:pt x="0" y="4262"/>
                    </a:lnTo>
                    <a:cubicBezTo>
                      <a:pt x="0" y="4562"/>
                      <a:pt x="50" y="4863"/>
                      <a:pt x="126" y="5189"/>
                    </a:cubicBezTo>
                    <a:cubicBezTo>
                      <a:pt x="151" y="5289"/>
                      <a:pt x="176" y="5389"/>
                      <a:pt x="201" y="5490"/>
                    </a:cubicBezTo>
                    <a:lnTo>
                      <a:pt x="978" y="5615"/>
                    </a:lnTo>
                    <a:cubicBezTo>
                      <a:pt x="1103" y="5941"/>
                      <a:pt x="1279" y="6217"/>
                      <a:pt x="1504" y="6442"/>
                    </a:cubicBezTo>
                    <a:lnTo>
                      <a:pt x="1279" y="7194"/>
                    </a:lnTo>
                    <a:cubicBezTo>
                      <a:pt x="1579" y="7495"/>
                      <a:pt x="1930" y="7745"/>
                      <a:pt x="2306" y="7921"/>
                    </a:cubicBezTo>
                    <a:lnTo>
                      <a:pt x="2933" y="7470"/>
                    </a:lnTo>
                    <a:cubicBezTo>
                      <a:pt x="3233" y="7595"/>
                      <a:pt x="3559" y="7670"/>
                      <a:pt x="3885" y="7695"/>
                    </a:cubicBezTo>
                    <a:lnTo>
                      <a:pt x="4261" y="8372"/>
                    </a:lnTo>
                    <a:cubicBezTo>
                      <a:pt x="4562" y="8372"/>
                      <a:pt x="4888" y="8322"/>
                      <a:pt x="5188" y="8247"/>
                    </a:cubicBezTo>
                    <a:cubicBezTo>
                      <a:pt x="5289" y="8222"/>
                      <a:pt x="5389" y="8196"/>
                      <a:pt x="5489" y="8171"/>
                    </a:cubicBezTo>
                    <a:lnTo>
                      <a:pt x="5639" y="7394"/>
                    </a:lnTo>
                    <a:cubicBezTo>
                      <a:pt x="5940" y="7269"/>
                      <a:pt x="6216" y="7094"/>
                      <a:pt x="6467" y="6893"/>
                    </a:cubicBezTo>
                    <a:lnTo>
                      <a:pt x="7218" y="7094"/>
                    </a:lnTo>
                    <a:cubicBezTo>
                      <a:pt x="7494" y="6793"/>
                      <a:pt x="7745" y="6442"/>
                      <a:pt x="7920" y="6066"/>
                    </a:cubicBezTo>
                    <a:lnTo>
                      <a:pt x="7494" y="5440"/>
                    </a:lnTo>
                    <a:cubicBezTo>
                      <a:pt x="7594" y="5139"/>
                      <a:pt x="7670" y="4813"/>
                      <a:pt x="7695" y="4487"/>
                    </a:cubicBezTo>
                    <a:lnTo>
                      <a:pt x="8371" y="4111"/>
                    </a:lnTo>
                    <a:cubicBezTo>
                      <a:pt x="8371" y="3810"/>
                      <a:pt x="8346" y="3485"/>
                      <a:pt x="8271" y="3184"/>
                    </a:cubicBezTo>
                    <a:cubicBezTo>
                      <a:pt x="8246" y="3084"/>
                      <a:pt x="8196" y="2983"/>
                      <a:pt x="8171" y="2883"/>
                    </a:cubicBezTo>
                    <a:lnTo>
                      <a:pt x="7419" y="2758"/>
                    </a:lnTo>
                    <a:cubicBezTo>
                      <a:pt x="7269" y="2432"/>
                      <a:pt x="7093" y="2156"/>
                      <a:pt x="6893" y="1906"/>
                    </a:cubicBezTo>
                    <a:lnTo>
                      <a:pt x="7093" y="1179"/>
                    </a:lnTo>
                    <a:cubicBezTo>
                      <a:pt x="6792" y="878"/>
                      <a:pt x="6467" y="628"/>
                      <a:pt x="6091" y="452"/>
                    </a:cubicBezTo>
                    <a:lnTo>
                      <a:pt x="5439" y="903"/>
                    </a:lnTo>
                    <a:cubicBezTo>
                      <a:pt x="5138" y="778"/>
                      <a:pt x="4812" y="703"/>
                      <a:pt x="4487" y="678"/>
                    </a:cubicBezTo>
                    <a:lnTo>
                      <a:pt x="4111" y="1"/>
                    </a:ln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0" name="Google Shape;700;p9"/>
              <p:cNvSpPr/>
              <p:nvPr/>
            </p:nvSpPr>
            <p:spPr>
              <a:xfrm>
                <a:off x="1621075" y="1369750"/>
                <a:ext cx="132850" cy="120200"/>
              </a:xfrm>
              <a:custGeom>
                <a:avLst/>
                <a:gdLst/>
                <a:ahLst/>
                <a:cxnLst/>
                <a:rect l="l" t="t" r="r" b="b"/>
                <a:pathLst>
                  <a:path w="5314" h="4808" extrusionOk="0">
                    <a:moveTo>
                      <a:pt x="2667" y="1"/>
                    </a:moveTo>
                    <a:cubicBezTo>
                      <a:pt x="2474" y="1"/>
                      <a:pt x="2277" y="24"/>
                      <a:pt x="2080" y="74"/>
                    </a:cubicBezTo>
                    <a:cubicBezTo>
                      <a:pt x="802" y="374"/>
                      <a:pt x="0" y="1678"/>
                      <a:pt x="326" y="2981"/>
                    </a:cubicBezTo>
                    <a:cubicBezTo>
                      <a:pt x="603" y="4066"/>
                      <a:pt x="1584" y="4808"/>
                      <a:pt x="2656" y="4808"/>
                    </a:cubicBezTo>
                    <a:cubicBezTo>
                      <a:pt x="2847" y="4808"/>
                      <a:pt x="3040" y="4784"/>
                      <a:pt x="3233" y="4735"/>
                    </a:cubicBezTo>
                    <a:cubicBezTo>
                      <a:pt x="4511" y="4435"/>
                      <a:pt x="5313" y="3131"/>
                      <a:pt x="4988" y="1828"/>
                    </a:cubicBezTo>
                    <a:cubicBezTo>
                      <a:pt x="4732" y="743"/>
                      <a:pt x="3754" y="1"/>
                      <a:pt x="2667" y="1"/>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1" name="Google Shape;701;p9"/>
              <p:cNvSpPr/>
              <p:nvPr/>
            </p:nvSpPr>
            <p:spPr>
              <a:xfrm>
                <a:off x="1643000" y="1389100"/>
                <a:ext cx="89625" cy="81300"/>
              </a:xfrm>
              <a:custGeom>
                <a:avLst/>
                <a:gdLst/>
                <a:ahLst/>
                <a:cxnLst/>
                <a:rect l="l" t="t" r="r" b="b"/>
                <a:pathLst>
                  <a:path w="3585" h="3252" extrusionOk="0">
                    <a:moveTo>
                      <a:pt x="1801" y="1"/>
                    </a:moveTo>
                    <a:cubicBezTo>
                      <a:pt x="1670" y="1"/>
                      <a:pt x="1537" y="17"/>
                      <a:pt x="1404" y="51"/>
                    </a:cubicBezTo>
                    <a:cubicBezTo>
                      <a:pt x="527" y="252"/>
                      <a:pt x="0" y="1154"/>
                      <a:pt x="201" y="2006"/>
                    </a:cubicBezTo>
                    <a:cubicBezTo>
                      <a:pt x="394" y="2758"/>
                      <a:pt x="1066" y="3252"/>
                      <a:pt x="1806" y="3252"/>
                    </a:cubicBezTo>
                    <a:cubicBezTo>
                      <a:pt x="1930" y="3252"/>
                      <a:pt x="2055" y="3238"/>
                      <a:pt x="2181" y="3209"/>
                    </a:cubicBezTo>
                    <a:cubicBezTo>
                      <a:pt x="3033" y="2984"/>
                      <a:pt x="3584" y="2107"/>
                      <a:pt x="3359" y="1254"/>
                    </a:cubicBezTo>
                    <a:cubicBezTo>
                      <a:pt x="3189" y="510"/>
                      <a:pt x="2532" y="1"/>
                      <a:pt x="18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2" name="Google Shape;702;p9"/>
              <p:cNvSpPr/>
              <p:nvPr/>
            </p:nvSpPr>
            <p:spPr>
              <a:xfrm>
                <a:off x="1664925" y="1409050"/>
                <a:ext cx="45775" cy="41425"/>
              </a:xfrm>
              <a:custGeom>
                <a:avLst/>
                <a:gdLst/>
                <a:ahLst/>
                <a:cxnLst/>
                <a:rect l="l" t="t" r="r" b="b"/>
                <a:pathLst>
                  <a:path w="1831" h="1657" extrusionOk="0">
                    <a:moveTo>
                      <a:pt x="922" y="0"/>
                    </a:moveTo>
                    <a:cubicBezTo>
                      <a:pt x="850" y="0"/>
                      <a:pt x="776" y="10"/>
                      <a:pt x="702" y="30"/>
                    </a:cubicBezTo>
                    <a:cubicBezTo>
                      <a:pt x="276" y="131"/>
                      <a:pt x="1" y="582"/>
                      <a:pt x="101" y="1033"/>
                    </a:cubicBezTo>
                    <a:cubicBezTo>
                      <a:pt x="186" y="1418"/>
                      <a:pt x="527" y="1656"/>
                      <a:pt x="905" y="1656"/>
                    </a:cubicBezTo>
                    <a:cubicBezTo>
                      <a:pt x="970" y="1656"/>
                      <a:pt x="1037" y="1649"/>
                      <a:pt x="1103" y="1634"/>
                    </a:cubicBezTo>
                    <a:cubicBezTo>
                      <a:pt x="1554" y="1534"/>
                      <a:pt x="1830" y="1083"/>
                      <a:pt x="1705" y="632"/>
                    </a:cubicBezTo>
                    <a:cubicBezTo>
                      <a:pt x="1621" y="255"/>
                      <a:pt x="1292" y="0"/>
                      <a:pt x="9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03" name="Google Shape;703;p9"/>
            <p:cNvGrpSpPr/>
            <p:nvPr/>
          </p:nvGrpSpPr>
          <p:grpSpPr>
            <a:xfrm>
              <a:off x="7723214" y="1254245"/>
              <a:ext cx="552301" cy="552301"/>
              <a:chOff x="1387350" y="1218075"/>
              <a:chExt cx="209300" cy="209300"/>
            </a:xfrm>
          </p:grpSpPr>
          <p:sp>
            <p:nvSpPr>
              <p:cNvPr id="704" name="Google Shape;704;p9"/>
              <p:cNvSpPr/>
              <p:nvPr/>
            </p:nvSpPr>
            <p:spPr>
              <a:xfrm>
                <a:off x="1387350" y="1218075"/>
                <a:ext cx="209300" cy="209300"/>
              </a:xfrm>
              <a:custGeom>
                <a:avLst/>
                <a:gdLst/>
                <a:ahLst/>
                <a:cxnLst/>
                <a:rect l="l" t="t" r="r" b="b"/>
                <a:pathLst>
                  <a:path w="8372" h="8372" extrusionOk="0">
                    <a:moveTo>
                      <a:pt x="3860" y="0"/>
                    </a:moveTo>
                    <a:lnTo>
                      <a:pt x="3560" y="727"/>
                    </a:lnTo>
                    <a:cubicBezTo>
                      <a:pt x="3234" y="777"/>
                      <a:pt x="2908" y="877"/>
                      <a:pt x="2632" y="1028"/>
                    </a:cubicBezTo>
                    <a:lnTo>
                      <a:pt x="1956" y="652"/>
                    </a:lnTo>
                    <a:cubicBezTo>
                      <a:pt x="1605" y="877"/>
                      <a:pt x="1279" y="1153"/>
                      <a:pt x="1003" y="1454"/>
                    </a:cubicBezTo>
                    <a:lnTo>
                      <a:pt x="1279" y="2181"/>
                    </a:lnTo>
                    <a:cubicBezTo>
                      <a:pt x="1103" y="2456"/>
                      <a:pt x="953" y="2757"/>
                      <a:pt x="853" y="3058"/>
                    </a:cubicBezTo>
                    <a:lnTo>
                      <a:pt x="101" y="3258"/>
                    </a:lnTo>
                    <a:cubicBezTo>
                      <a:pt x="26" y="3559"/>
                      <a:pt x="1" y="3860"/>
                      <a:pt x="1" y="4186"/>
                    </a:cubicBezTo>
                    <a:cubicBezTo>
                      <a:pt x="1" y="4286"/>
                      <a:pt x="1" y="4411"/>
                      <a:pt x="26" y="4512"/>
                    </a:cubicBezTo>
                    <a:lnTo>
                      <a:pt x="728" y="4812"/>
                    </a:lnTo>
                    <a:cubicBezTo>
                      <a:pt x="778" y="5163"/>
                      <a:pt x="878" y="5464"/>
                      <a:pt x="1028" y="5765"/>
                    </a:cubicBezTo>
                    <a:lnTo>
                      <a:pt x="652" y="6441"/>
                    </a:lnTo>
                    <a:cubicBezTo>
                      <a:pt x="878" y="6792"/>
                      <a:pt x="1154" y="7093"/>
                      <a:pt x="1454" y="7369"/>
                    </a:cubicBezTo>
                    <a:lnTo>
                      <a:pt x="2181" y="7093"/>
                    </a:lnTo>
                    <a:cubicBezTo>
                      <a:pt x="2457" y="7268"/>
                      <a:pt x="2758" y="7419"/>
                      <a:pt x="3058" y="7519"/>
                    </a:cubicBezTo>
                    <a:lnTo>
                      <a:pt x="3284" y="8271"/>
                    </a:lnTo>
                    <a:cubicBezTo>
                      <a:pt x="3560" y="8346"/>
                      <a:pt x="3885" y="8371"/>
                      <a:pt x="4186" y="8371"/>
                    </a:cubicBezTo>
                    <a:lnTo>
                      <a:pt x="4512" y="8371"/>
                    </a:lnTo>
                    <a:lnTo>
                      <a:pt x="4838" y="7644"/>
                    </a:lnTo>
                    <a:cubicBezTo>
                      <a:pt x="5164" y="7594"/>
                      <a:pt x="5464" y="7494"/>
                      <a:pt x="5765" y="7344"/>
                    </a:cubicBezTo>
                    <a:lnTo>
                      <a:pt x="6442" y="7720"/>
                    </a:lnTo>
                    <a:cubicBezTo>
                      <a:pt x="6793" y="7519"/>
                      <a:pt x="7093" y="7243"/>
                      <a:pt x="7369" y="6918"/>
                    </a:cubicBezTo>
                    <a:lnTo>
                      <a:pt x="7093" y="6191"/>
                    </a:lnTo>
                    <a:cubicBezTo>
                      <a:pt x="7269" y="5915"/>
                      <a:pt x="7419" y="5639"/>
                      <a:pt x="7545" y="5314"/>
                    </a:cubicBezTo>
                    <a:lnTo>
                      <a:pt x="8271" y="5113"/>
                    </a:lnTo>
                    <a:cubicBezTo>
                      <a:pt x="8347" y="4812"/>
                      <a:pt x="8372" y="4512"/>
                      <a:pt x="8372" y="4186"/>
                    </a:cubicBezTo>
                    <a:cubicBezTo>
                      <a:pt x="8372" y="4085"/>
                      <a:pt x="8372" y="3985"/>
                      <a:pt x="8372" y="3860"/>
                    </a:cubicBezTo>
                    <a:lnTo>
                      <a:pt x="7670" y="3559"/>
                    </a:lnTo>
                    <a:cubicBezTo>
                      <a:pt x="7595" y="3233"/>
                      <a:pt x="7494" y="2907"/>
                      <a:pt x="7344" y="2632"/>
                    </a:cubicBezTo>
                    <a:lnTo>
                      <a:pt x="7745" y="1955"/>
                    </a:lnTo>
                    <a:cubicBezTo>
                      <a:pt x="7520" y="1604"/>
                      <a:pt x="7244" y="1278"/>
                      <a:pt x="6918" y="1003"/>
                    </a:cubicBezTo>
                    <a:lnTo>
                      <a:pt x="6191" y="1278"/>
                    </a:lnTo>
                    <a:cubicBezTo>
                      <a:pt x="5941" y="1103"/>
                      <a:pt x="5640" y="953"/>
                      <a:pt x="5314" y="852"/>
                    </a:cubicBezTo>
                    <a:lnTo>
                      <a:pt x="5114" y="100"/>
                    </a:lnTo>
                    <a:cubicBezTo>
                      <a:pt x="4813" y="25"/>
                      <a:pt x="4512" y="0"/>
                      <a:pt x="4186" y="0"/>
                    </a:cubicBezTo>
                    <a:close/>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5" name="Google Shape;705;p9"/>
              <p:cNvSpPr/>
              <p:nvPr/>
            </p:nvSpPr>
            <p:spPr>
              <a:xfrm>
                <a:off x="1387350" y="1218075"/>
                <a:ext cx="209300" cy="209300"/>
              </a:xfrm>
              <a:custGeom>
                <a:avLst/>
                <a:gdLst/>
                <a:ahLst/>
                <a:cxnLst/>
                <a:rect l="l" t="t" r="r" b="b"/>
                <a:pathLst>
                  <a:path w="8372" h="8372" fill="none" extrusionOk="0">
                    <a:moveTo>
                      <a:pt x="8372" y="4186"/>
                    </a:moveTo>
                    <a:cubicBezTo>
                      <a:pt x="8372" y="4512"/>
                      <a:pt x="8347" y="4812"/>
                      <a:pt x="8271" y="5113"/>
                    </a:cubicBezTo>
                    <a:lnTo>
                      <a:pt x="7545" y="5314"/>
                    </a:lnTo>
                    <a:cubicBezTo>
                      <a:pt x="7419" y="5639"/>
                      <a:pt x="7269" y="5915"/>
                      <a:pt x="7093" y="6191"/>
                    </a:cubicBezTo>
                    <a:lnTo>
                      <a:pt x="7369" y="6918"/>
                    </a:lnTo>
                    <a:cubicBezTo>
                      <a:pt x="7093" y="7243"/>
                      <a:pt x="6793" y="7519"/>
                      <a:pt x="6442" y="7720"/>
                    </a:cubicBezTo>
                    <a:lnTo>
                      <a:pt x="5765" y="7344"/>
                    </a:lnTo>
                    <a:cubicBezTo>
                      <a:pt x="5464" y="7494"/>
                      <a:pt x="5164" y="7594"/>
                      <a:pt x="4838" y="7644"/>
                    </a:cubicBezTo>
                    <a:lnTo>
                      <a:pt x="4512" y="8371"/>
                    </a:lnTo>
                    <a:cubicBezTo>
                      <a:pt x="4412" y="8371"/>
                      <a:pt x="4312" y="8371"/>
                      <a:pt x="4186" y="8371"/>
                    </a:cubicBezTo>
                    <a:cubicBezTo>
                      <a:pt x="3885" y="8371"/>
                      <a:pt x="3560" y="8346"/>
                      <a:pt x="3284" y="8271"/>
                    </a:cubicBezTo>
                    <a:lnTo>
                      <a:pt x="3058" y="7519"/>
                    </a:lnTo>
                    <a:cubicBezTo>
                      <a:pt x="2758" y="7419"/>
                      <a:pt x="2457" y="7268"/>
                      <a:pt x="2181" y="7093"/>
                    </a:cubicBezTo>
                    <a:lnTo>
                      <a:pt x="1454" y="7369"/>
                    </a:lnTo>
                    <a:cubicBezTo>
                      <a:pt x="1154" y="7093"/>
                      <a:pt x="878" y="6792"/>
                      <a:pt x="652" y="6441"/>
                    </a:cubicBezTo>
                    <a:lnTo>
                      <a:pt x="1028" y="5765"/>
                    </a:lnTo>
                    <a:cubicBezTo>
                      <a:pt x="878" y="5464"/>
                      <a:pt x="778" y="5163"/>
                      <a:pt x="728" y="4812"/>
                    </a:cubicBezTo>
                    <a:lnTo>
                      <a:pt x="26" y="4512"/>
                    </a:lnTo>
                    <a:cubicBezTo>
                      <a:pt x="1" y="4411"/>
                      <a:pt x="1" y="4286"/>
                      <a:pt x="1" y="4186"/>
                    </a:cubicBezTo>
                    <a:cubicBezTo>
                      <a:pt x="1" y="3860"/>
                      <a:pt x="26" y="3559"/>
                      <a:pt x="101" y="3258"/>
                    </a:cubicBezTo>
                    <a:lnTo>
                      <a:pt x="853" y="3058"/>
                    </a:lnTo>
                    <a:cubicBezTo>
                      <a:pt x="953" y="2757"/>
                      <a:pt x="1103" y="2456"/>
                      <a:pt x="1279" y="2181"/>
                    </a:cubicBezTo>
                    <a:lnTo>
                      <a:pt x="1003" y="1454"/>
                    </a:lnTo>
                    <a:cubicBezTo>
                      <a:pt x="1279" y="1153"/>
                      <a:pt x="1605" y="877"/>
                      <a:pt x="1956" y="652"/>
                    </a:cubicBezTo>
                    <a:lnTo>
                      <a:pt x="2632" y="1028"/>
                    </a:lnTo>
                    <a:cubicBezTo>
                      <a:pt x="2908" y="877"/>
                      <a:pt x="3234" y="777"/>
                      <a:pt x="3560" y="727"/>
                    </a:cubicBezTo>
                    <a:lnTo>
                      <a:pt x="3860" y="0"/>
                    </a:lnTo>
                    <a:cubicBezTo>
                      <a:pt x="3986" y="0"/>
                      <a:pt x="4086" y="0"/>
                      <a:pt x="4186" y="0"/>
                    </a:cubicBezTo>
                    <a:cubicBezTo>
                      <a:pt x="4512" y="0"/>
                      <a:pt x="4813" y="25"/>
                      <a:pt x="5114" y="100"/>
                    </a:cubicBezTo>
                    <a:lnTo>
                      <a:pt x="5314" y="852"/>
                    </a:lnTo>
                    <a:cubicBezTo>
                      <a:pt x="5640" y="953"/>
                      <a:pt x="5941" y="1103"/>
                      <a:pt x="6191" y="1278"/>
                    </a:cubicBezTo>
                    <a:lnTo>
                      <a:pt x="6918" y="1003"/>
                    </a:lnTo>
                    <a:cubicBezTo>
                      <a:pt x="7244" y="1278"/>
                      <a:pt x="7520" y="1604"/>
                      <a:pt x="7745" y="1955"/>
                    </a:cubicBezTo>
                    <a:lnTo>
                      <a:pt x="7344" y="2632"/>
                    </a:lnTo>
                    <a:cubicBezTo>
                      <a:pt x="7494" y="2907"/>
                      <a:pt x="7595" y="3233"/>
                      <a:pt x="7670" y="3559"/>
                    </a:cubicBezTo>
                    <a:lnTo>
                      <a:pt x="8372" y="3860"/>
                    </a:lnTo>
                    <a:cubicBezTo>
                      <a:pt x="8372" y="3985"/>
                      <a:pt x="8372" y="4085"/>
                      <a:pt x="8372" y="4186"/>
                    </a:cubicBezTo>
                    <a:close/>
                  </a:path>
                </a:pathLst>
              </a:custGeom>
              <a:noFill/>
              <a:ln w="19050" cap="flat" cmpd="sng">
                <a:solidFill>
                  <a:schemeClr val="accent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6" name="Google Shape;706;p9"/>
              <p:cNvSpPr/>
              <p:nvPr/>
            </p:nvSpPr>
            <p:spPr>
              <a:xfrm>
                <a:off x="1431850" y="1262550"/>
                <a:ext cx="120325" cy="120325"/>
              </a:xfrm>
              <a:custGeom>
                <a:avLst/>
                <a:gdLst/>
                <a:ahLst/>
                <a:cxnLst/>
                <a:rect l="l" t="t" r="r" b="b"/>
                <a:pathLst>
                  <a:path w="4813" h="4813" extrusionOk="0">
                    <a:moveTo>
                      <a:pt x="2406" y="1"/>
                    </a:moveTo>
                    <a:cubicBezTo>
                      <a:pt x="1078" y="1"/>
                      <a:pt x="0" y="1078"/>
                      <a:pt x="0" y="2407"/>
                    </a:cubicBezTo>
                    <a:cubicBezTo>
                      <a:pt x="0" y="3735"/>
                      <a:pt x="1078" y="4813"/>
                      <a:pt x="2406" y="4813"/>
                    </a:cubicBezTo>
                    <a:cubicBezTo>
                      <a:pt x="3735" y="4813"/>
                      <a:pt x="4812" y="3735"/>
                      <a:pt x="4812" y="2407"/>
                    </a:cubicBezTo>
                    <a:cubicBezTo>
                      <a:pt x="4812" y="1078"/>
                      <a:pt x="3735" y="1"/>
                      <a:pt x="240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07" name="Google Shape;707;p9"/>
              <p:cNvSpPr/>
              <p:nvPr/>
            </p:nvSpPr>
            <p:spPr>
              <a:xfrm>
                <a:off x="1451275" y="1281975"/>
                <a:ext cx="81475" cy="81475"/>
              </a:xfrm>
              <a:custGeom>
                <a:avLst/>
                <a:gdLst/>
                <a:ahLst/>
                <a:cxnLst/>
                <a:rect l="l" t="t" r="r" b="b"/>
                <a:pathLst>
                  <a:path w="3259" h="3259" fill="none" extrusionOk="0">
                    <a:moveTo>
                      <a:pt x="3258" y="1630"/>
                    </a:moveTo>
                    <a:cubicBezTo>
                      <a:pt x="3258" y="2532"/>
                      <a:pt x="2531" y="3259"/>
                      <a:pt x="1629" y="3259"/>
                    </a:cubicBezTo>
                    <a:cubicBezTo>
                      <a:pt x="727" y="3259"/>
                      <a:pt x="0" y="2532"/>
                      <a:pt x="0" y="1630"/>
                    </a:cubicBezTo>
                    <a:cubicBezTo>
                      <a:pt x="0" y="727"/>
                      <a:pt x="727" y="1"/>
                      <a:pt x="1629" y="1"/>
                    </a:cubicBezTo>
                    <a:cubicBezTo>
                      <a:pt x="2531" y="1"/>
                      <a:pt x="3258" y="727"/>
                      <a:pt x="3258" y="1630"/>
                    </a:cubicBezTo>
                    <a:close/>
                  </a:path>
                </a:pathLst>
              </a:custGeom>
              <a:solidFill>
                <a:srgbClr val="0F3570"/>
              </a:solidFill>
              <a:ln w="9525" cap="flat" cmpd="sng">
                <a:solidFill>
                  <a:schemeClr val="dk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sp>
        <p:nvSpPr>
          <p:cNvPr id="708" name="Google Shape;708;p9"/>
          <p:cNvSpPr txBox="1"/>
          <p:nvPr>
            <p:ph type="title"/>
          </p:nvPr>
        </p:nvSpPr>
        <p:spPr>
          <a:xfrm>
            <a:off x="2549400" y="2221500"/>
            <a:ext cx="4045200" cy="754800"/>
          </a:xfrm>
          <a:prstGeom prst="rect">
            <a:avLst/>
          </a:prstGeom>
        </p:spPr>
        <p:txBody>
          <a:bodyPr spcFirstLastPara="1" wrap="square" lIns="0" tIns="0" rIns="0" bIns="0" anchor="ctr" anchorCtr="0">
            <a:noAutofit/>
          </a:bodyPr>
          <a:lstStyle>
            <a:lvl1pPr lvl="0" algn="ctr">
              <a:spcBef>
                <a:spcPts val="0"/>
              </a:spcBef>
              <a:spcAft>
                <a:spcPts val="0"/>
              </a:spcAft>
              <a:buSzPts val="4200"/>
              <a:buNone/>
              <a:defRPr sz="47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709" name="Google Shape;709;p9"/>
          <p:cNvSpPr txBox="1"/>
          <p:nvPr>
            <p:ph type="subTitle" idx="1"/>
          </p:nvPr>
        </p:nvSpPr>
        <p:spPr>
          <a:xfrm>
            <a:off x="2549400" y="3230175"/>
            <a:ext cx="4045200" cy="700500"/>
          </a:xfrm>
          <a:prstGeom prst="rect">
            <a:avLst/>
          </a:prstGeom>
        </p:spPr>
        <p:txBody>
          <a:bodyPr spcFirstLastPara="1" wrap="square" lIns="0" tIns="0" rIns="0" bIns="0"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10" name="Google Shape;710;p9"/>
          <p:cNvSpPr txBox="1"/>
          <p:nvPr>
            <p:ph type="title" idx="2" hasCustomPrompt="1"/>
          </p:nvPr>
        </p:nvSpPr>
        <p:spPr>
          <a:xfrm>
            <a:off x="3647325" y="1212825"/>
            <a:ext cx="1926600" cy="7548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sz="7200">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711" name="Shape 711"/>
        <p:cNvGrpSpPr/>
        <p:nvPr/>
      </p:nvGrpSpPr>
      <p:grpSpPr>
        <a:xfrm>
          <a:off x="0" y="0"/>
          <a:ext cx="0" cy="0"/>
          <a:chOff x="0" y="0"/>
          <a:chExt cx="0" cy="0"/>
        </a:xfrm>
      </p:grpSpPr>
      <p:grpSp>
        <p:nvGrpSpPr>
          <p:cNvPr id="712" name="Google Shape;712;p10"/>
          <p:cNvGrpSpPr/>
          <p:nvPr/>
        </p:nvGrpSpPr>
        <p:grpSpPr>
          <a:xfrm flipH="1">
            <a:off x="1510279" y="-831315"/>
            <a:ext cx="8377976" cy="1614718"/>
            <a:chOff x="-566246" y="-831315"/>
            <a:chExt cx="8377976" cy="1614718"/>
          </a:xfrm>
        </p:grpSpPr>
        <p:sp>
          <p:nvSpPr>
            <p:cNvPr id="713" name="Google Shape;713;p10"/>
            <p:cNvSpPr/>
            <p:nvPr/>
          </p:nvSpPr>
          <p:spPr>
            <a:xfrm rot="10800000">
              <a:off x="-178627" y="-831315"/>
              <a:ext cx="5711267" cy="1569921"/>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4" name="Google Shape;714;p10"/>
            <p:cNvSpPr/>
            <p:nvPr/>
          </p:nvSpPr>
          <p:spPr>
            <a:xfrm rot="10800000">
              <a:off x="2097663" y="-149871"/>
              <a:ext cx="3817027" cy="933273"/>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5" name="Google Shape;715;p10"/>
            <p:cNvSpPr/>
            <p:nvPr/>
          </p:nvSpPr>
          <p:spPr>
            <a:xfrm rot="10800000">
              <a:off x="5347154" y="-352704"/>
              <a:ext cx="2464576" cy="481412"/>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6" name="Google Shape;716;p10"/>
            <p:cNvSpPr/>
            <p:nvPr/>
          </p:nvSpPr>
          <p:spPr>
            <a:xfrm rot="10800000">
              <a:off x="5904951" y="-196402"/>
              <a:ext cx="115339" cy="115339"/>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7" name="Google Shape;717;p10"/>
            <p:cNvSpPr/>
            <p:nvPr/>
          </p:nvSpPr>
          <p:spPr>
            <a:xfrm rot="10800000">
              <a:off x="5926467" y="-174886"/>
              <a:ext cx="72977" cy="72977"/>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8" name="Google Shape;718;p10"/>
            <p:cNvSpPr/>
            <p:nvPr/>
          </p:nvSpPr>
          <p:spPr>
            <a:xfrm rot="10800000">
              <a:off x="1516950" y="116870"/>
              <a:ext cx="3646848" cy="11838"/>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19" name="Google Shape;719;p10"/>
            <p:cNvSpPr/>
            <p:nvPr/>
          </p:nvSpPr>
          <p:spPr>
            <a:xfrm rot="10800000">
              <a:off x="5146391" y="78677"/>
              <a:ext cx="88954" cy="88924"/>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0" name="Google Shape;720;p10"/>
            <p:cNvSpPr/>
            <p:nvPr/>
          </p:nvSpPr>
          <p:spPr>
            <a:xfrm rot="10800000">
              <a:off x="1478757" y="78677"/>
              <a:ext cx="88924" cy="88924"/>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1" name="Google Shape;721;p10"/>
            <p:cNvSpPr/>
            <p:nvPr/>
          </p:nvSpPr>
          <p:spPr>
            <a:xfrm rot="10800000">
              <a:off x="-398137" y="-606937"/>
              <a:ext cx="1361489" cy="1360302"/>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2" name="Google Shape;722;p10"/>
            <p:cNvSpPr/>
            <p:nvPr/>
          </p:nvSpPr>
          <p:spPr>
            <a:xfrm rot="10800000">
              <a:off x="-566246" y="-681953"/>
              <a:ext cx="1361520" cy="1360272"/>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3" name="Google Shape;723;p10"/>
            <p:cNvSpPr/>
            <p:nvPr/>
          </p:nvSpPr>
          <p:spPr>
            <a:xfrm rot="10800000">
              <a:off x="161730" y="401657"/>
              <a:ext cx="336918" cy="210502"/>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4" name="Google Shape;724;p10"/>
            <p:cNvSpPr/>
            <p:nvPr/>
          </p:nvSpPr>
          <p:spPr>
            <a:xfrm rot="10800000">
              <a:off x="414563" y="401657"/>
              <a:ext cx="336949" cy="210502"/>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5" name="Google Shape;725;p10"/>
            <p:cNvSpPr/>
            <p:nvPr/>
          </p:nvSpPr>
          <p:spPr>
            <a:xfrm rot="10800000">
              <a:off x="667426" y="401657"/>
              <a:ext cx="336918" cy="210502"/>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6" name="Google Shape;726;p10"/>
            <p:cNvSpPr/>
            <p:nvPr/>
          </p:nvSpPr>
          <p:spPr>
            <a:xfrm rot="10800000">
              <a:off x="920960" y="401657"/>
              <a:ext cx="336918" cy="210502"/>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7" name="Google Shape;727;p10"/>
            <p:cNvSpPr/>
            <p:nvPr/>
          </p:nvSpPr>
          <p:spPr>
            <a:xfrm rot="10800000">
              <a:off x="1173823" y="401657"/>
              <a:ext cx="336918" cy="210502"/>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8" name="Google Shape;728;p10"/>
            <p:cNvSpPr/>
            <p:nvPr/>
          </p:nvSpPr>
          <p:spPr>
            <a:xfrm rot="10800000">
              <a:off x="1426656" y="401657"/>
              <a:ext cx="336918" cy="210502"/>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29" name="Google Shape;729;p10"/>
            <p:cNvSpPr/>
            <p:nvPr/>
          </p:nvSpPr>
          <p:spPr>
            <a:xfrm rot="10800000">
              <a:off x="1679490" y="401657"/>
              <a:ext cx="336949" cy="210502"/>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0" name="Google Shape;730;p10"/>
            <p:cNvSpPr/>
            <p:nvPr/>
          </p:nvSpPr>
          <p:spPr>
            <a:xfrm rot="10800000">
              <a:off x="1933053" y="401657"/>
              <a:ext cx="336918" cy="210502"/>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1" name="Google Shape;731;p10"/>
            <p:cNvSpPr/>
            <p:nvPr/>
          </p:nvSpPr>
          <p:spPr>
            <a:xfrm rot="10800000">
              <a:off x="1858707" y="-175586"/>
              <a:ext cx="174378" cy="188986"/>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2" name="Google Shape;732;p10"/>
            <p:cNvSpPr/>
            <p:nvPr/>
          </p:nvSpPr>
          <p:spPr>
            <a:xfrm rot="10800000">
              <a:off x="1751736" y="-175586"/>
              <a:ext cx="175078" cy="188986"/>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3" name="Google Shape;733;p10"/>
            <p:cNvSpPr/>
            <p:nvPr/>
          </p:nvSpPr>
          <p:spPr>
            <a:xfrm rot="10800000">
              <a:off x="1645466" y="-175586"/>
              <a:ext cx="175078" cy="188986"/>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4" name="Google Shape;734;p10"/>
            <p:cNvSpPr/>
            <p:nvPr/>
          </p:nvSpPr>
          <p:spPr>
            <a:xfrm rot="10800000">
              <a:off x="1539196" y="-175586"/>
              <a:ext cx="175078" cy="188986"/>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5" name="Google Shape;735;p10"/>
            <p:cNvSpPr/>
            <p:nvPr/>
          </p:nvSpPr>
          <p:spPr>
            <a:xfrm rot="10800000">
              <a:off x="1432895" y="-175586"/>
              <a:ext cx="175078" cy="188986"/>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6" name="Google Shape;736;p10"/>
            <p:cNvSpPr/>
            <p:nvPr/>
          </p:nvSpPr>
          <p:spPr>
            <a:xfrm rot="10800000">
              <a:off x="1326625" y="-175586"/>
              <a:ext cx="175078" cy="188986"/>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7" name="Google Shape;737;p10"/>
            <p:cNvSpPr/>
            <p:nvPr/>
          </p:nvSpPr>
          <p:spPr>
            <a:xfrm rot="10800000">
              <a:off x="1220355" y="-175586"/>
              <a:ext cx="175078" cy="188986"/>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8" name="Google Shape;738;p10"/>
            <p:cNvSpPr/>
            <p:nvPr/>
          </p:nvSpPr>
          <p:spPr>
            <a:xfrm rot="10800000">
              <a:off x="1114084" y="-175586"/>
              <a:ext cx="174378" cy="188986"/>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39" name="Google Shape;739;p10"/>
            <p:cNvSpPr/>
            <p:nvPr/>
          </p:nvSpPr>
          <p:spPr>
            <a:xfrm rot="10800000">
              <a:off x="1007784" y="-175586"/>
              <a:ext cx="174378" cy="188986"/>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0" name="Google Shape;740;p10"/>
            <p:cNvSpPr/>
            <p:nvPr/>
          </p:nvSpPr>
          <p:spPr>
            <a:xfrm rot="10800000">
              <a:off x="900813" y="-175586"/>
              <a:ext cx="175078" cy="188986"/>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1" name="Google Shape;741;p10"/>
            <p:cNvSpPr/>
            <p:nvPr/>
          </p:nvSpPr>
          <p:spPr>
            <a:xfrm rot="10800000">
              <a:off x="794543" y="-175586"/>
              <a:ext cx="175078" cy="188986"/>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742" name="Google Shape;742;p10"/>
          <p:cNvSpPr txBox="1"/>
          <p:nvPr>
            <p:ph type="title"/>
          </p:nvPr>
        </p:nvSpPr>
        <p:spPr>
          <a:xfrm>
            <a:off x="720000" y="461875"/>
            <a:ext cx="7704000" cy="488400"/>
          </a:xfrm>
          <a:prstGeom prst="rect">
            <a:avLst/>
          </a:prstGeom>
        </p:spPr>
        <p:txBody>
          <a:bodyPr spcFirstLastPara="1" wrap="square" lIns="0" tIns="0" rIns="0" bIns="0" anchor="t" anchorCtr="0">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743" name="Google Shape;743;p10"/>
          <p:cNvGrpSpPr/>
          <p:nvPr/>
        </p:nvGrpSpPr>
        <p:grpSpPr>
          <a:xfrm rot="5400000" flipH="1">
            <a:off x="-113625" y="3210625"/>
            <a:ext cx="536425" cy="3475150"/>
            <a:chOff x="327125" y="2375600"/>
            <a:chExt cx="536425" cy="3475150"/>
          </a:xfrm>
        </p:grpSpPr>
        <p:sp>
          <p:nvSpPr>
            <p:cNvPr id="744" name="Google Shape;744;p10"/>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5" name="Google Shape;745;p10"/>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6" name="Google Shape;746;p10"/>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7" name="Google Shape;747;p10"/>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8" name="Google Shape;748;p10"/>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49" name="Google Shape;749;p10"/>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0" name="Google Shape;750;p10"/>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1" name="Google Shape;751;p10"/>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2" name="Google Shape;752;p10"/>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3" name="Google Shape;753;p10"/>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4" name="Google Shape;754;p10"/>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5" name="Google Shape;755;p10"/>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56" name="Google Shape;756;p10"/>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757" name="Shape 757"/>
        <p:cNvGrpSpPr/>
        <p:nvPr/>
      </p:nvGrpSpPr>
      <p:grpSpPr>
        <a:xfrm>
          <a:off x="0" y="0"/>
          <a:ext cx="0" cy="0"/>
          <a:chOff x="0" y="0"/>
          <a:chExt cx="0" cy="0"/>
        </a:xfrm>
      </p:grpSpPr>
      <p:grpSp>
        <p:nvGrpSpPr>
          <p:cNvPr id="758" name="Google Shape;758;p11"/>
          <p:cNvGrpSpPr/>
          <p:nvPr/>
        </p:nvGrpSpPr>
        <p:grpSpPr>
          <a:xfrm>
            <a:off x="5266248" y="4568869"/>
            <a:ext cx="3157758" cy="296582"/>
            <a:chOff x="5266248" y="4230494"/>
            <a:chExt cx="3157758" cy="296582"/>
          </a:xfrm>
        </p:grpSpPr>
        <p:sp>
          <p:nvSpPr>
            <p:cNvPr id="759" name="Google Shape;759;p11"/>
            <p:cNvSpPr/>
            <p:nvPr/>
          </p:nvSpPr>
          <p:spPr>
            <a:xfrm>
              <a:off x="5266248"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0" name="Google Shape;760;p11"/>
            <p:cNvSpPr/>
            <p:nvPr/>
          </p:nvSpPr>
          <p:spPr>
            <a:xfrm>
              <a:off x="5459599" y="4230494"/>
              <a:ext cx="103232" cy="296582"/>
            </a:xfrm>
            <a:custGeom>
              <a:avLst/>
              <a:gdLst/>
              <a:ahLst/>
              <a:cxnLst/>
              <a:rect l="l" t="t" r="r" b="b"/>
              <a:pathLst>
                <a:path w="803" h="2307" extrusionOk="0">
                  <a:moveTo>
                    <a:pt x="0" y="0"/>
                  </a:moveTo>
                  <a:lnTo>
                    <a:pt x="0" y="2306"/>
                  </a:lnTo>
                  <a:lnTo>
                    <a:pt x="802" y="2306"/>
                  </a:lnTo>
                  <a:lnTo>
                    <a:pt x="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1" name="Google Shape;761;p11"/>
            <p:cNvSpPr/>
            <p:nvPr/>
          </p:nvSpPr>
          <p:spPr>
            <a:xfrm>
              <a:off x="5649735" y="4230494"/>
              <a:ext cx="103232" cy="296582"/>
            </a:xfrm>
            <a:custGeom>
              <a:avLst/>
              <a:gdLst/>
              <a:ahLst/>
              <a:cxnLst/>
              <a:rect l="l" t="t" r="r" b="b"/>
              <a:pathLst>
                <a:path w="803" h="2307" extrusionOk="0">
                  <a:moveTo>
                    <a:pt x="0" y="0"/>
                  </a:moveTo>
                  <a:lnTo>
                    <a:pt x="0" y="2306"/>
                  </a:lnTo>
                  <a:lnTo>
                    <a:pt x="802" y="2306"/>
                  </a:lnTo>
                  <a:lnTo>
                    <a:pt x="80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2" name="Google Shape;762;p11"/>
            <p:cNvSpPr/>
            <p:nvPr/>
          </p:nvSpPr>
          <p:spPr>
            <a:xfrm>
              <a:off x="5839743"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3" name="Google Shape;763;p11"/>
            <p:cNvSpPr/>
            <p:nvPr/>
          </p:nvSpPr>
          <p:spPr>
            <a:xfrm>
              <a:off x="6029880" y="4230494"/>
              <a:ext cx="103232" cy="296582"/>
            </a:xfrm>
            <a:custGeom>
              <a:avLst/>
              <a:gdLst/>
              <a:ahLst/>
              <a:cxnLst/>
              <a:rect l="l" t="t" r="r" b="b"/>
              <a:pathLst>
                <a:path w="803" h="2307" extrusionOk="0">
                  <a:moveTo>
                    <a:pt x="1" y="0"/>
                  </a:moveTo>
                  <a:lnTo>
                    <a:pt x="1" y="2306"/>
                  </a:lnTo>
                  <a:lnTo>
                    <a:pt x="803" y="2306"/>
                  </a:lnTo>
                  <a:lnTo>
                    <a:pt x="80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4" name="Google Shape;764;p11"/>
            <p:cNvSpPr/>
            <p:nvPr/>
          </p:nvSpPr>
          <p:spPr>
            <a:xfrm>
              <a:off x="6220016" y="4230494"/>
              <a:ext cx="106446" cy="296582"/>
            </a:xfrm>
            <a:custGeom>
              <a:avLst/>
              <a:gdLst/>
              <a:ahLst/>
              <a:cxnLst/>
              <a:rect l="l" t="t" r="r" b="b"/>
              <a:pathLst>
                <a:path w="828" h="2307" extrusionOk="0">
                  <a:moveTo>
                    <a:pt x="0" y="0"/>
                  </a:moveTo>
                  <a:lnTo>
                    <a:pt x="0" y="2306"/>
                  </a:lnTo>
                  <a:lnTo>
                    <a:pt x="827" y="2306"/>
                  </a:lnTo>
                  <a:lnTo>
                    <a:pt x="82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5" name="Google Shape;765;p11"/>
            <p:cNvSpPr/>
            <p:nvPr/>
          </p:nvSpPr>
          <p:spPr>
            <a:xfrm>
              <a:off x="6413238"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6" name="Google Shape;766;p11"/>
            <p:cNvSpPr/>
            <p:nvPr/>
          </p:nvSpPr>
          <p:spPr>
            <a:xfrm>
              <a:off x="6603375"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7" name="Google Shape;767;p11"/>
            <p:cNvSpPr/>
            <p:nvPr/>
          </p:nvSpPr>
          <p:spPr>
            <a:xfrm>
              <a:off x="6793511"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8" name="Google Shape;768;p11"/>
            <p:cNvSpPr/>
            <p:nvPr/>
          </p:nvSpPr>
          <p:spPr>
            <a:xfrm>
              <a:off x="6983648"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69" name="Google Shape;769;p11"/>
            <p:cNvSpPr/>
            <p:nvPr/>
          </p:nvSpPr>
          <p:spPr>
            <a:xfrm>
              <a:off x="7176870"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0" name="Google Shape;770;p11"/>
            <p:cNvSpPr/>
            <p:nvPr/>
          </p:nvSpPr>
          <p:spPr>
            <a:xfrm>
              <a:off x="7367006"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1" name="Google Shape;771;p11"/>
            <p:cNvSpPr/>
            <p:nvPr/>
          </p:nvSpPr>
          <p:spPr>
            <a:xfrm>
              <a:off x="7557143"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2" name="Google Shape;772;p11"/>
            <p:cNvSpPr/>
            <p:nvPr/>
          </p:nvSpPr>
          <p:spPr>
            <a:xfrm>
              <a:off x="7747151"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3" name="Google Shape;773;p11"/>
            <p:cNvSpPr/>
            <p:nvPr/>
          </p:nvSpPr>
          <p:spPr>
            <a:xfrm>
              <a:off x="7940501" y="4230494"/>
              <a:ext cx="103232" cy="296582"/>
            </a:xfrm>
            <a:custGeom>
              <a:avLst/>
              <a:gdLst/>
              <a:ahLst/>
              <a:cxnLst/>
              <a:rect l="l" t="t" r="r" b="b"/>
              <a:pathLst>
                <a:path w="803" h="2307" extrusionOk="0">
                  <a:moveTo>
                    <a:pt x="1" y="0"/>
                  </a:moveTo>
                  <a:lnTo>
                    <a:pt x="1" y="2306"/>
                  </a:lnTo>
                  <a:lnTo>
                    <a:pt x="803" y="2306"/>
                  </a:lnTo>
                  <a:lnTo>
                    <a:pt x="803"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4" name="Google Shape;774;p11"/>
            <p:cNvSpPr/>
            <p:nvPr/>
          </p:nvSpPr>
          <p:spPr>
            <a:xfrm>
              <a:off x="8130638"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5" name="Google Shape;775;p11"/>
            <p:cNvSpPr/>
            <p:nvPr/>
          </p:nvSpPr>
          <p:spPr>
            <a:xfrm>
              <a:off x="8320774" y="4230494"/>
              <a:ext cx="103232" cy="296582"/>
            </a:xfrm>
            <a:custGeom>
              <a:avLst/>
              <a:gdLst/>
              <a:ahLst/>
              <a:cxnLst/>
              <a:rect l="l" t="t" r="r" b="b"/>
              <a:pathLst>
                <a:path w="803" h="2307" extrusionOk="0">
                  <a:moveTo>
                    <a:pt x="0" y="0"/>
                  </a:moveTo>
                  <a:lnTo>
                    <a:pt x="0" y="2306"/>
                  </a:lnTo>
                  <a:lnTo>
                    <a:pt x="802" y="2306"/>
                  </a:lnTo>
                  <a:lnTo>
                    <a:pt x="802" y="0"/>
                  </a:lnTo>
                  <a:close/>
                </a:path>
              </a:pathLst>
            </a:cu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776" name="Google Shape;776;p11"/>
          <p:cNvGrpSpPr/>
          <p:nvPr/>
        </p:nvGrpSpPr>
        <p:grpSpPr>
          <a:xfrm>
            <a:off x="-364925" y="-1720950"/>
            <a:ext cx="9644000" cy="3383025"/>
            <a:chOff x="-364925" y="-1720950"/>
            <a:chExt cx="9644000" cy="3383025"/>
          </a:xfrm>
        </p:grpSpPr>
        <p:grpSp>
          <p:nvGrpSpPr>
            <p:cNvPr id="777" name="Google Shape;777;p11"/>
            <p:cNvGrpSpPr/>
            <p:nvPr/>
          </p:nvGrpSpPr>
          <p:grpSpPr>
            <a:xfrm flipH="1">
              <a:off x="-364925" y="-1720950"/>
              <a:ext cx="7767703" cy="3383025"/>
              <a:chOff x="24125" y="294775"/>
              <a:chExt cx="7767703" cy="3383025"/>
            </a:xfrm>
          </p:grpSpPr>
          <p:sp>
            <p:nvSpPr>
              <p:cNvPr id="778" name="Google Shape;778;p11"/>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79" name="Google Shape;779;p11"/>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0" name="Google Shape;780;p11"/>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1" name="Google Shape;781;p11"/>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2" name="Google Shape;782;p11"/>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3" name="Google Shape;783;p11"/>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4" name="Google Shape;784;p11"/>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5" name="Google Shape;785;p11"/>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6" name="Google Shape;786;p11"/>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7" name="Google Shape;787;p11"/>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8" name="Google Shape;788;p11"/>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89" name="Google Shape;789;p11"/>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0" name="Google Shape;790;p11"/>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1" name="Google Shape;791;p11"/>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2" name="Google Shape;792;p11"/>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3" name="Google Shape;793;p11"/>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4" name="Google Shape;794;p11"/>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5" name="Google Shape;795;p11"/>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6" name="Google Shape;796;p11"/>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7" name="Google Shape;797;p11"/>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8" name="Google Shape;798;p11"/>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799" name="Google Shape;799;p11"/>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0" name="Google Shape;800;p11"/>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1" name="Google Shape;801;p11"/>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2" name="Google Shape;802;p11"/>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3" name="Google Shape;803;p11"/>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4" name="Google Shape;804;p11"/>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5" name="Google Shape;805;p11"/>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6" name="Google Shape;806;p11"/>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7" name="Google Shape;807;p11"/>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8" name="Google Shape;808;p11"/>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09" name="Google Shape;809;p11"/>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0" name="Google Shape;810;p11"/>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1" name="Google Shape;811;p11"/>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2" name="Google Shape;812;p11"/>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3" name="Google Shape;813;p11"/>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4" name="Google Shape;814;p11"/>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5" name="Google Shape;815;p11"/>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6" name="Google Shape;816;p11"/>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7" name="Google Shape;817;p11"/>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8" name="Google Shape;818;p11"/>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19" name="Google Shape;819;p11"/>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0" name="Google Shape;820;p11"/>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1" name="Google Shape;821;p11"/>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2" name="Google Shape;822;p11"/>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3" name="Google Shape;823;p11"/>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4" name="Google Shape;824;p11"/>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5" name="Google Shape;825;p11"/>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6" name="Google Shape;826;p11"/>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7" name="Google Shape;827;p11"/>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8" name="Google Shape;828;p11"/>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29" name="Google Shape;829;p11"/>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0" name="Google Shape;830;p11"/>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1" name="Google Shape;831;p11"/>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2" name="Google Shape;832;p11"/>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3" name="Google Shape;833;p11"/>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4" name="Google Shape;834;p11"/>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5" name="Google Shape;835;p11"/>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6" name="Google Shape;836;p11"/>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7" name="Google Shape;837;p11"/>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8" name="Google Shape;838;p11"/>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39" name="Google Shape;839;p11"/>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0" name="Google Shape;840;p11"/>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1" name="Google Shape;841;p11"/>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2" name="Google Shape;842;p11"/>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3" name="Google Shape;843;p11"/>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4" name="Google Shape;844;p11"/>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5" name="Google Shape;845;p11"/>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6" name="Google Shape;846;p11"/>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7" name="Google Shape;847;p11"/>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8" name="Google Shape;848;p11"/>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49" name="Google Shape;849;p11"/>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0" name="Google Shape;850;p11"/>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1" name="Google Shape;851;p11"/>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2" name="Google Shape;852;p11"/>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3" name="Google Shape;853;p11"/>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4" name="Google Shape;854;p11"/>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5" name="Google Shape;855;p11"/>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6" name="Google Shape;856;p11"/>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7" name="Google Shape;857;p11"/>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8" name="Google Shape;858;p11"/>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59" name="Google Shape;859;p11"/>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0" name="Google Shape;860;p11"/>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1" name="Google Shape;861;p11"/>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2" name="Google Shape;862;p11"/>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3" name="Google Shape;863;p11"/>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4" name="Google Shape;864;p11"/>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5" name="Google Shape;865;p11"/>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6" name="Google Shape;866;p11"/>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7" name="Google Shape;867;p11"/>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8" name="Google Shape;868;p11"/>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69" name="Google Shape;869;p11"/>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0" name="Google Shape;870;p11"/>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1" name="Google Shape;871;p11"/>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872" name="Google Shape;872;p11"/>
            <p:cNvCxnSpPr/>
            <p:nvPr/>
          </p:nvCxnSpPr>
          <p:spPr>
            <a:xfrm>
              <a:off x="7315575" y="705500"/>
              <a:ext cx="1963500" cy="0"/>
            </a:xfrm>
            <a:prstGeom prst="straightConnector1">
              <a:avLst/>
            </a:prstGeom>
            <a:noFill/>
            <a:ln w="19050" cap="flat" cmpd="sng">
              <a:solidFill>
                <a:schemeClr val="accent1"/>
              </a:solidFill>
              <a:prstDash val="solid"/>
              <a:round/>
              <a:headEnd type="none" w="med" len="med"/>
              <a:tailEnd type="none" w="med" len="med"/>
            </a:ln>
          </p:spPr>
        </p:cxnSp>
      </p:grpSp>
      <p:sp>
        <p:nvSpPr>
          <p:cNvPr id="873" name="Google Shape;873;p11"/>
          <p:cNvSpPr txBox="1"/>
          <p:nvPr>
            <p:ph type="title" hasCustomPrompt="1"/>
          </p:nvPr>
        </p:nvSpPr>
        <p:spPr>
          <a:xfrm>
            <a:off x="311700" y="1106125"/>
            <a:ext cx="8520600" cy="1963500"/>
          </a:xfrm>
          <a:prstGeom prst="rect">
            <a:avLst/>
          </a:prstGeom>
        </p:spPr>
        <p:txBody>
          <a:bodyPr spcFirstLastPara="1" wrap="square" lIns="0" tIns="0" rIns="0" bIns="0"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874" name="Google Shape;874;p11"/>
          <p:cNvSpPr txBox="1"/>
          <p:nvPr>
            <p:ph type="subTitle" idx="1"/>
          </p:nvPr>
        </p:nvSpPr>
        <p:spPr>
          <a:xfrm>
            <a:off x="2549400" y="2893950"/>
            <a:ext cx="4045200" cy="1235100"/>
          </a:xfrm>
          <a:prstGeom prst="rect">
            <a:avLst/>
          </a:prstGeom>
        </p:spPr>
        <p:txBody>
          <a:bodyPr spcFirstLastPara="1" wrap="square" lIns="0" tIns="0" rIns="0" bIns="0"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bg>
      <p:bgPr>
        <a:solidFill>
          <a:srgbClr val="FFFFFF"/>
        </a:solidFill>
        <a:effectLst/>
      </p:bgPr>
    </p:bg>
    <p:spTree>
      <p:nvGrpSpPr>
        <p:cNvPr id="875" name="Shape 87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CUSTOM">
    <p:spTree>
      <p:nvGrpSpPr>
        <p:cNvPr id="876" name="Shape 876"/>
        <p:cNvGrpSpPr/>
        <p:nvPr/>
      </p:nvGrpSpPr>
      <p:grpSpPr>
        <a:xfrm>
          <a:off x="0" y="0"/>
          <a:ext cx="0" cy="0"/>
          <a:chOff x="0" y="0"/>
          <a:chExt cx="0" cy="0"/>
        </a:xfrm>
      </p:grpSpPr>
      <p:grpSp>
        <p:nvGrpSpPr>
          <p:cNvPr id="877" name="Google Shape;877;p13"/>
          <p:cNvGrpSpPr/>
          <p:nvPr/>
        </p:nvGrpSpPr>
        <p:grpSpPr>
          <a:xfrm>
            <a:off x="392675" y="1621008"/>
            <a:ext cx="3009700" cy="1564192"/>
            <a:chOff x="392675" y="1513033"/>
            <a:chExt cx="3009700" cy="1564192"/>
          </a:xfrm>
        </p:grpSpPr>
        <p:sp>
          <p:nvSpPr>
            <p:cNvPr id="878" name="Google Shape;878;p13"/>
            <p:cNvSpPr/>
            <p:nvPr/>
          </p:nvSpPr>
          <p:spPr>
            <a:xfrm>
              <a:off x="878255" y="1659206"/>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79" name="Google Shape;879;p13"/>
            <p:cNvSpPr/>
            <p:nvPr/>
          </p:nvSpPr>
          <p:spPr>
            <a:xfrm>
              <a:off x="820418" y="2301733"/>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0" name="Google Shape;880;p13"/>
            <p:cNvSpPr/>
            <p:nvPr/>
          </p:nvSpPr>
          <p:spPr>
            <a:xfrm>
              <a:off x="820418" y="1622632"/>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1" name="Google Shape;881;p13"/>
            <p:cNvSpPr/>
            <p:nvPr/>
          </p:nvSpPr>
          <p:spPr>
            <a:xfrm>
              <a:off x="820418" y="1601247"/>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2" name="Google Shape;882;p13"/>
            <p:cNvSpPr/>
            <p:nvPr/>
          </p:nvSpPr>
          <p:spPr>
            <a:xfrm>
              <a:off x="865983" y="1601247"/>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3" name="Google Shape;883;p13"/>
            <p:cNvSpPr/>
            <p:nvPr/>
          </p:nvSpPr>
          <p:spPr>
            <a:xfrm>
              <a:off x="1520782" y="1601247"/>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4" name="Google Shape;884;p13"/>
            <p:cNvSpPr/>
            <p:nvPr/>
          </p:nvSpPr>
          <p:spPr>
            <a:xfrm>
              <a:off x="1520782" y="1643896"/>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5" name="Google Shape;885;p13"/>
            <p:cNvSpPr/>
            <p:nvPr/>
          </p:nvSpPr>
          <p:spPr>
            <a:xfrm>
              <a:off x="1520782" y="2301733"/>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6" name="Google Shape;886;p13"/>
            <p:cNvSpPr/>
            <p:nvPr/>
          </p:nvSpPr>
          <p:spPr>
            <a:xfrm>
              <a:off x="844719" y="2301733"/>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87" name="Google Shape;887;p13"/>
            <p:cNvSpPr/>
            <p:nvPr/>
          </p:nvSpPr>
          <p:spPr>
            <a:xfrm>
              <a:off x="732082" y="1513033"/>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888" name="Google Shape;888;p13"/>
            <p:cNvCxnSpPr/>
            <p:nvPr/>
          </p:nvCxnSpPr>
          <p:spPr>
            <a:xfrm>
              <a:off x="1612275" y="1922650"/>
              <a:ext cx="1790100" cy="0"/>
            </a:xfrm>
            <a:prstGeom prst="straightConnector1">
              <a:avLst/>
            </a:prstGeom>
            <a:noFill/>
            <a:ln w="9525" cap="flat" cmpd="sng">
              <a:solidFill>
                <a:schemeClr val="dk2"/>
              </a:solidFill>
              <a:prstDash val="solid"/>
              <a:round/>
              <a:headEnd type="none" w="med" len="med"/>
              <a:tailEnd type="oval" w="med" len="med"/>
            </a:ln>
          </p:spPr>
        </p:cxnSp>
        <p:sp>
          <p:nvSpPr>
            <p:cNvPr id="889" name="Google Shape;889;p13"/>
            <p:cNvSpPr/>
            <p:nvPr/>
          </p:nvSpPr>
          <p:spPr>
            <a:xfrm>
              <a:off x="636097" y="2039765"/>
              <a:ext cx="94533" cy="122"/>
            </a:xfrm>
            <a:custGeom>
              <a:avLst/>
              <a:gdLst/>
              <a:ahLst/>
              <a:cxnLst/>
              <a:rect l="l" t="t" r="r" b="b"/>
              <a:pathLst>
                <a:path w="778" h="1" fill="none" extrusionOk="0">
                  <a:moveTo>
                    <a:pt x="778"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0" name="Google Shape;890;p13"/>
            <p:cNvSpPr/>
            <p:nvPr/>
          </p:nvSpPr>
          <p:spPr>
            <a:xfrm>
              <a:off x="642173" y="1802341"/>
              <a:ext cx="82382" cy="122"/>
            </a:xfrm>
            <a:custGeom>
              <a:avLst/>
              <a:gdLst/>
              <a:ahLst/>
              <a:cxnLst/>
              <a:rect l="l" t="t" r="r" b="b"/>
              <a:pathLst>
                <a:path w="678" h="1" fill="none" extrusionOk="0">
                  <a:moveTo>
                    <a:pt x="678"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1" name="Google Shape;891;p13"/>
            <p:cNvSpPr/>
            <p:nvPr/>
          </p:nvSpPr>
          <p:spPr>
            <a:xfrm>
              <a:off x="596487" y="1689583"/>
              <a:ext cx="128069" cy="122"/>
            </a:xfrm>
            <a:custGeom>
              <a:avLst/>
              <a:gdLst/>
              <a:ahLst/>
              <a:cxnLst/>
              <a:rect l="l" t="t" r="r" b="b"/>
              <a:pathLst>
                <a:path w="1054" h="1" fill="none" extrusionOk="0">
                  <a:moveTo>
                    <a:pt x="1054"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892" name="Google Shape;892;p13"/>
            <p:cNvGrpSpPr/>
            <p:nvPr/>
          </p:nvGrpSpPr>
          <p:grpSpPr>
            <a:xfrm>
              <a:off x="392675" y="1922525"/>
              <a:ext cx="336300" cy="1154701"/>
              <a:chOff x="392675" y="1955343"/>
              <a:chExt cx="336300" cy="1116300"/>
            </a:xfrm>
          </p:grpSpPr>
          <p:cxnSp>
            <p:nvCxnSpPr>
              <p:cNvPr id="893" name="Google Shape;893;p13"/>
              <p:cNvCxnSpPr/>
              <p:nvPr/>
            </p:nvCxnSpPr>
            <p:spPr>
              <a:xfrm>
                <a:off x="420900" y="1955343"/>
                <a:ext cx="0" cy="1116300"/>
              </a:xfrm>
              <a:prstGeom prst="straightConnector1">
                <a:avLst/>
              </a:prstGeom>
              <a:noFill/>
              <a:ln w="9525" cap="flat" cmpd="sng">
                <a:solidFill>
                  <a:schemeClr val="dk2"/>
                </a:solidFill>
                <a:prstDash val="solid"/>
                <a:round/>
                <a:headEnd type="none" w="med" len="med"/>
                <a:tailEnd type="none" w="med" len="med"/>
              </a:ln>
            </p:spPr>
          </p:cxnSp>
          <p:cxnSp>
            <p:nvCxnSpPr>
              <p:cNvPr id="894" name="Google Shape;894;p13"/>
              <p:cNvCxnSpPr/>
              <p:nvPr/>
            </p:nvCxnSpPr>
            <p:spPr>
              <a:xfrm>
                <a:off x="418775" y="3067534"/>
                <a:ext cx="227100" cy="0"/>
              </a:xfrm>
              <a:prstGeom prst="straightConnector1">
                <a:avLst/>
              </a:prstGeom>
              <a:noFill/>
              <a:ln w="9525" cap="flat" cmpd="sng">
                <a:solidFill>
                  <a:schemeClr val="dk2"/>
                </a:solidFill>
                <a:prstDash val="solid"/>
                <a:round/>
                <a:headEnd type="none" w="med" len="med"/>
                <a:tailEnd type="oval" w="med" len="med"/>
              </a:ln>
            </p:spPr>
          </p:cxnSp>
          <p:cxnSp>
            <p:nvCxnSpPr>
              <p:cNvPr id="895" name="Google Shape;895;p13"/>
              <p:cNvCxnSpPr/>
              <p:nvPr/>
            </p:nvCxnSpPr>
            <p:spPr>
              <a:xfrm>
                <a:off x="392675" y="1955464"/>
                <a:ext cx="336300" cy="0"/>
              </a:xfrm>
              <a:prstGeom prst="straightConnector1">
                <a:avLst/>
              </a:prstGeom>
              <a:noFill/>
              <a:ln w="9525" cap="flat" cmpd="sng">
                <a:solidFill>
                  <a:schemeClr val="dk2"/>
                </a:solidFill>
                <a:prstDash val="solid"/>
                <a:round/>
                <a:headEnd type="oval" w="med" len="med"/>
                <a:tailEnd type="none" w="med" len="med"/>
              </a:ln>
            </p:spPr>
          </p:cxnSp>
        </p:grpSp>
        <p:sp>
          <p:nvSpPr>
            <p:cNvPr id="896" name="Google Shape;896;p13"/>
            <p:cNvSpPr/>
            <p:nvPr/>
          </p:nvSpPr>
          <p:spPr>
            <a:xfrm>
              <a:off x="1615281" y="2064188"/>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7" name="Google Shape;897;p13"/>
            <p:cNvSpPr/>
            <p:nvPr/>
          </p:nvSpPr>
          <p:spPr>
            <a:xfrm>
              <a:off x="1612256" y="2173787"/>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8" name="Google Shape;898;p13"/>
            <p:cNvSpPr/>
            <p:nvPr/>
          </p:nvSpPr>
          <p:spPr>
            <a:xfrm>
              <a:off x="1612144" y="1732231"/>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899" name="Google Shape;899;p13"/>
            <p:cNvSpPr/>
            <p:nvPr/>
          </p:nvSpPr>
          <p:spPr>
            <a:xfrm>
              <a:off x="1612156" y="1823604"/>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00" name="Google Shape;900;p13"/>
          <p:cNvGrpSpPr/>
          <p:nvPr/>
        </p:nvGrpSpPr>
        <p:grpSpPr>
          <a:xfrm>
            <a:off x="3363525" y="1622521"/>
            <a:ext cx="3042600" cy="1562680"/>
            <a:chOff x="3363525" y="1622521"/>
            <a:chExt cx="3042600" cy="1562680"/>
          </a:xfrm>
        </p:grpSpPr>
        <p:grpSp>
          <p:nvGrpSpPr>
            <p:cNvPr id="901" name="Google Shape;901;p13"/>
            <p:cNvGrpSpPr/>
            <p:nvPr/>
          </p:nvGrpSpPr>
          <p:grpSpPr>
            <a:xfrm>
              <a:off x="3363525" y="1622521"/>
              <a:ext cx="3042600" cy="877163"/>
              <a:chOff x="3363525" y="1503696"/>
              <a:chExt cx="3042600" cy="877163"/>
            </a:xfrm>
          </p:grpSpPr>
          <p:sp>
            <p:nvSpPr>
              <p:cNvPr id="902" name="Google Shape;902;p13"/>
              <p:cNvSpPr/>
              <p:nvPr/>
            </p:nvSpPr>
            <p:spPr>
              <a:xfrm>
                <a:off x="3828305" y="1649868"/>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3" name="Google Shape;903;p13"/>
              <p:cNvSpPr/>
              <p:nvPr/>
            </p:nvSpPr>
            <p:spPr>
              <a:xfrm>
                <a:off x="3770468"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4" name="Google Shape;904;p13"/>
              <p:cNvSpPr/>
              <p:nvPr/>
            </p:nvSpPr>
            <p:spPr>
              <a:xfrm>
                <a:off x="3770468" y="1613295"/>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5" name="Google Shape;905;p13"/>
              <p:cNvSpPr/>
              <p:nvPr/>
            </p:nvSpPr>
            <p:spPr>
              <a:xfrm>
                <a:off x="3770468"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6" name="Google Shape;906;p13"/>
              <p:cNvSpPr/>
              <p:nvPr/>
            </p:nvSpPr>
            <p:spPr>
              <a:xfrm>
                <a:off x="3816033" y="1591910"/>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7" name="Google Shape;907;p13"/>
              <p:cNvSpPr/>
              <p:nvPr/>
            </p:nvSpPr>
            <p:spPr>
              <a:xfrm>
                <a:off x="4470832"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8" name="Google Shape;908;p13"/>
              <p:cNvSpPr/>
              <p:nvPr/>
            </p:nvSpPr>
            <p:spPr>
              <a:xfrm>
                <a:off x="4470832" y="1634559"/>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09" name="Google Shape;909;p13"/>
              <p:cNvSpPr/>
              <p:nvPr/>
            </p:nvSpPr>
            <p:spPr>
              <a:xfrm>
                <a:off x="4470832"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0" name="Google Shape;910;p13"/>
              <p:cNvSpPr/>
              <p:nvPr/>
            </p:nvSpPr>
            <p:spPr>
              <a:xfrm>
                <a:off x="3794769" y="2292396"/>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1" name="Google Shape;911;p13"/>
              <p:cNvSpPr/>
              <p:nvPr/>
            </p:nvSpPr>
            <p:spPr>
              <a:xfrm>
                <a:off x="3682132" y="1503696"/>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2" name="Google Shape;912;p13"/>
              <p:cNvSpPr/>
              <p:nvPr/>
            </p:nvSpPr>
            <p:spPr>
              <a:xfrm>
                <a:off x="3586147" y="2030427"/>
                <a:ext cx="94533" cy="122"/>
              </a:xfrm>
              <a:custGeom>
                <a:avLst/>
                <a:gdLst/>
                <a:ahLst/>
                <a:cxnLst/>
                <a:rect l="l" t="t" r="r" b="b"/>
                <a:pathLst>
                  <a:path w="778" h="1" fill="none" extrusionOk="0">
                    <a:moveTo>
                      <a:pt x="778"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3" name="Google Shape;913;p13"/>
              <p:cNvSpPr/>
              <p:nvPr/>
            </p:nvSpPr>
            <p:spPr>
              <a:xfrm>
                <a:off x="3592223" y="1793003"/>
                <a:ext cx="82382" cy="122"/>
              </a:xfrm>
              <a:custGeom>
                <a:avLst/>
                <a:gdLst/>
                <a:ahLst/>
                <a:cxnLst/>
                <a:rect l="l" t="t" r="r" b="b"/>
                <a:pathLst>
                  <a:path w="678" h="1" fill="none" extrusionOk="0">
                    <a:moveTo>
                      <a:pt x="678"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4" name="Google Shape;914;p13"/>
              <p:cNvSpPr/>
              <p:nvPr/>
            </p:nvSpPr>
            <p:spPr>
              <a:xfrm>
                <a:off x="3546537" y="1680245"/>
                <a:ext cx="128069" cy="122"/>
              </a:xfrm>
              <a:custGeom>
                <a:avLst/>
                <a:gdLst/>
                <a:ahLst/>
                <a:cxnLst/>
                <a:rect l="l" t="t" r="r" b="b"/>
                <a:pathLst>
                  <a:path w="1054" h="1" fill="none" extrusionOk="0">
                    <a:moveTo>
                      <a:pt x="1054"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915" name="Google Shape;915;p13"/>
              <p:cNvCxnSpPr/>
              <p:nvPr/>
            </p:nvCxnSpPr>
            <p:spPr>
              <a:xfrm>
                <a:off x="3363525" y="1913003"/>
                <a:ext cx="315600" cy="0"/>
              </a:xfrm>
              <a:prstGeom prst="straightConnector1">
                <a:avLst/>
              </a:prstGeom>
              <a:noFill/>
              <a:ln w="9525" cap="flat" cmpd="sng">
                <a:solidFill>
                  <a:schemeClr val="dk2"/>
                </a:solidFill>
                <a:prstDash val="solid"/>
                <a:round/>
                <a:headEnd type="none" w="med" len="med"/>
                <a:tailEnd type="none" w="med" len="med"/>
              </a:ln>
            </p:spPr>
          </p:cxnSp>
          <p:sp>
            <p:nvSpPr>
              <p:cNvPr id="916" name="Google Shape;916;p13"/>
              <p:cNvSpPr/>
              <p:nvPr/>
            </p:nvSpPr>
            <p:spPr>
              <a:xfrm>
                <a:off x="4565331" y="2054850"/>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7" name="Google Shape;917;p13"/>
              <p:cNvSpPr/>
              <p:nvPr/>
            </p:nvSpPr>
            <p:spPr>
              <a:xfrm>
                <a:off x="4562306" y="2164449"/>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8" name="Google Shape;918;p13"/>
              <p:cNvSpPr/>
              <p:nvPr/>
            </p:nvSpPr>
            <p:spPr>
              <a:xfrm>
                <a:off x="4562194" y="1722894"/>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19" name="Google Shape;919;p13"/>
              <p:cNvSpPr/>
              <p:nvPr/>
            </p:nvSpPr>
            <p:spPr>
              <a:xfrm>
                <a:off x="4562206" y="1814267"/>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920" name="Google Shape;920;p13"/>
              <p:cNvCxnSpPr/>
              <p:nvPr/>
            </p:nvCxnSpPr>
            <p:spPr>
              <a:xfrm>
                <a:off x="4565325" y="1922925"/>
                <a:ext cx="1840800" cy="0"/>
              </a:xfrm>
              <a:prstGeom prst="straightConnector1">
                <a:avLst/>
              </a:prstGeom>
              <a:noFill/>
              <a:ln w="9525" cap="flat" cmpd="sng">
                <a:solidFill>
                  <a:schemeClr val="dk2"/>
                </a:solidFill>
                <a:prstDash val="solid"/>
                <a:round/>
                <a:headEnd type="none" w="med" len="med"/>
                <a:tailEnd type="oval" w="med" len="med"/>
              </a:ln>
            </p:spPr>
          </p:cxnSp>
        </p:grpSp>
        <p:grpSp>
          <p:nvGrpSpPr>
            <p:cNvPr id="921" name="Google Shape;921;p13"/>
            <p:cNvGrpSpPr/>
            <p:nvPr/>
          </p:nvGrpSpPr>
          <p:grpSpPr>
            <a:xfrm>
              <a:off x="3369450" y="2030500"/>
              <a:ext cx="227100" cy="1154701"/>
              <a:chOff x="418775" y="1955343"/>
              <a:chExt cx="227100" cy="1116300"/>
            </a:xfrm>
          </p:grpSpPr>
          <p:cxnSp>
            <p:nvCxnSpPr>
              <p:cNvPr id="922" name="Google Shape;922;p13"/>
              <p:cNvCxnSpPr/>
              <p:nvPr/>
            </p:nvCxnSpPr>
            <p:spPr>
              <a:xfrm>
                <a:off x="420900" y="1955343"/>
                <a:ext cx="0" cy="1116300"/>
              </a:xfrm>
              <a:prstGeom prst="straightConnector1">
                <a:avLst/>
              </a:prstGeom>
              <a:noFill/>
              <a:ln w="9525" cap="flat" cmpd="sng">
                <a:solidFill>
                  <a:schemeClr val="dk2"/>
                </a:solidFill>
                <a:prstDash val="solid"/>
                <a:round/>
                <a:headEnd type="none" w="med" len="med"/>
                <a:tailEnd type="none" w="med" len="med"/>
              </a:ln>
            </p:spPr>
          </p:cxnSp>
          <p:cxnSp>
            <p:nvCxnSpPr>
              <p:cNvPr id="923" name="Google Shape;923;p13"/>
              <p:cNvCxnSpPr/>
              <p:nvPr/>
            </p:nvCxnSpPr>
            <p:spPr>
              <a:xfrm>
                <a:off x="418775" y="3067534"/>
                <a:ext cx="227100" cy="0"/>
              </a:xfrm>
              <a:prstGeom prst="straightConnector1">
                <a:avLst/>
              </a:prstGeom>
              <a:noFill/>
              <a:ln w="9525" cap="flat" cmpd="sng">
                <a:solidFill>
                  <a:schemeClr val="dk2"/>
                </a:solidFill>
                <a:prstDash val="solid"/>
                <a:round/>
                <a:headEnd type="none" w="med" len="med"/>
                <a:tailEnd type="oval" w="med" len="med"/>
              </a:ln>
            </p:spPr>
          </p:cxnSp>
        </p:grpSp>
      </p:grpSp>
      <p:grpSp>
        <p:nvGrpSpPr>
          <p:cNvPr id="924" name="Google Shape;924;p13"/>
          <p:cNvGrpSpPr/>
          <p:nvPr/>
        </p:nvGrpSpPr>
        <p:grpSpPr>
          <a:xfrm>
            <a:off x="6368275" y="1619796"/>
            <a:ext cx="3003300" cy="1565405"/>
            <a:chOff x="6368275" y="1619796"/>
            <a:chExt cx="3003300" cy="1565405"/>
          </a:xfrm>
        </p:grpSpPr>
        <p:grpSp>
          <p:nvGrpSpPr>
            <p:cNvPr id="925" name="Google Shape;925;p13"/>
            <p:cNvGrpSpPr/>
            <p:nvPr/>
          </p:nvGrpSpPr>
          <p:grpSpPr>
            <a:xfrm>
              <a:off x="6368275" y="1619796"/>
              <a:ext cx="3003300" cy="877163"/>
              <a:chOff x="3363525" y="1503696"/>
              <a:chExt cx="3003300" cy="877163"/>
            </a:xfrm>
          </p:grpSpPr>
          <p:cxnSp>
            <p:nvCxnSpPr>
              <p:cNvPr id="926" name="Google Shape;926;p13"/>
              <p:cNvCxnSpPr/>
              <p:nvPr/>
            </p:nvCxnSpPr>
            <p:spPr>
              <a:xfrm>
                <a:off x="4565325" y="1925200"/>
                <a:ext cx="1801500" cy="0"/>
              </a:xfrm>
              <a:prstGeom prst="straightConnector1">
                <a:avLst/>
              </a:prstGeom>
              <a:noFill/>
              <a:ln w="9525" cap="flat" cmpd="sng">
                <a:solidFill>
                  <a:schemeClr val="dk2"/>
                </a:solidFill>
                <a:prstDash val="solid"/>
                <a:round/>
                <a:headEnd type="none" w="med" len="med"/>
                <a:tailEnd type="oval" w="med" len="med"/>
              </a:ln>
            </p:spPr>
          </p:cxnSp>
          <p:sp>
            <p:nvSpPr>
              <p:cNvPr id="927" name="Google Shape;927;p13"/>
              <p:cNvSpPr/>
              <p:nvPr/>
            </p:nvSpPr>
            <p:spPr>
              <a:xfrm>
                <a:off x="3828305" y="1649868"/>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8" name="Google Shape;928;p13"/>
              <p:cNvSpPr/>
              <p:nvPr/>
            </p:nvSpPr>
            <p:spPr>
              <a:xfrm>
                <a:off x="3770468"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29" name="Google Shape;929;p13"/>
              <p:cNvSpPr/>
              <p:nvPr/>
            </p:nvSpPr>
            <p:spPr>
              <a:xfrm>
                <a:off x="3770468" y="1613295"/>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0" name="Google Shape;930;p13"/>
              <p:cNvSpPr/>
              <p:nvPr/>
            </p:nvSpPr>
            <p:spPr>
              <a:xfrm>
                <a:off x="3770468"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1" name="Google Shape;931;p13"/>
              <p:cNvSpPr/>
              <p:nvPr/>
            </p:nvSpPr>
            <p:spPr>
              <a:xfrm>
                <a:off x="3816033" y="1591910"/>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2" name="Google Shape;932;p13"/>
              <p:cNvSpPr/>
              <p:nvPr/>
            </p:nvSpPr>
            <p:spPr>
              <a:xfrm>
                <a:off x="4470832"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3" name="Google Shape;933;p13"/>
              <p:cNvSpPr/>
              <p:nvPr/>
            </p:nvSpPr>
            <p:spPr>
              <a:xfrm>
                <a:off x="4470832" y="1634559"/>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4" name="Google Shape;934;p13"/>
              <p:cNvSpPr/>
              <p:nvPr/>
            </p:nvSpPr>
            <p:spPr>
              <a:xfrm>
                <a:off x="4470832"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5" name="Google Shape;935;p13"/>
              <p:cNvSpPr/>
              <p:nvPr/>
            </p:nvSpPr>
            <p:spPr>
              <a:xfrm>
                <a:off x="3794769" y="2292396"/>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6" name="Google Shape;936;p13"/>
              <p:cNvSpPr/>
              <p:nvPr/>
            </p:nvSpPr>
            <p:spPr>
              <a:xfrm>
                <a:off x="3682132" y="1503696"/>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7" name="Google Shape;937;p13"/>
              <p:cNvSpPr/>
              <p:nvPr/>
            </p:nvSpPr>
            <p:spPr>
              <a:xfrm>
                <a:off x="3586147" y="2030427"/>
                <a:ext cx="94533" cy="122"/>
              </a:xfrm>
              <a:custGeom>
                <a:avLst/>
                <a:gdLst/>
                <a:ahLst/>
                <a:cxnLst/>
                <a:rect l="l" t="t" r="r" b="b"/>
                <a:pathLst>
                  <a:path w="778" h="1" fill="none" extrusionOk="0">
                    <a:moveTo>
                      <a:pt x="778"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8" name="Google Shape;938;p13"/>
              <p:cNvSpPr/>
              <p:nvPr/>
            </p:nvSpPr>
            <p:spPr>
              <a:xfrm>
                <a:off x="3592223" y="1793003"/>
                <a:ext cx="82382" cy="122"/>
              </a:xfrm>
              <a:custGeom>
                <a:avLst/>
                <a:gdLst/>
                <a:ahLst/>
                <a:cxnLst/>
                <a:rect l="l" t="t" r="r" b="b"/>
                <a:pathLst>
                  <a:path w="678" h="1" fill="none" extrusionOk="0">
                    <a:moveTo>
                      <a:pt x="678"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39" name="Google Shape;939;p13"/>
              <p:cNvSpPr/>
              <p:nvPr/>
            </p:nvSpPr>
            <p:spPr>
              <a:xfrm>
                <a:off x="3546537" y="1680245"/>
                <a:ext cx="128069" cy="122"/>
              </a:xfrm>
              <a:custGeom>
                <a:avLst/>
                <a:gdLst/>
                <a:ahLst/>
                <a:cxnLst/>
                <a:rect l="l" t="t" r="r" b="b"/>
                <a:pathLst>
                  <a:path w="1054" h="1" fill="none" extrusionOk="0">
                    <a:moveTo>
                      <a:pt x="1054"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940" name="Google Shape;940;p13"/>
              <p:cNvCxnSpPr/>
              <p:nvPr/>
            </p:nvCxnSpPr>
            <p:spPr>
              <a:xfrm>
                <a:off x="3363525" y="1925203"/>
                <a:ext cx="315600" cy="0"/>
              </a:xfrm>
              <a:prstGeom prst="straightConnector1">
                <a:avLst/>
              </a:prstGeom>
              <a:noFill/>
              <a:ln w="9525" cap="flat" cmpd="sng">
                <a:solidFill>
                  <a:schemeClr val="dk2"/>
                </a:solidFill>
                <a:prstDash val="solid"/>
                <a:round/>
                <a:headEnd type="none" w="med" len="med"/>
                <a:tailEnd type="none" w="med" len="med"/>
              </a:ln>
            </p:spPr>
          </p:cxnSp>
          <p:sp>
            <p:nvSpPr>
              <p:cNvPr id="941" name="Google Shape;941;p13"/>
              <p:cNvSpPr/>
              <p:nvPr/>
            </p:nvSpPr>
            <p:spPr>
              <a:xfrm>
                <a:off x="4565331" y="2054850"/>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2" name="Google Shape;942;p13"/>
              <p:cNvSpPr/>
              <p:nvPr/>
            </p:nvSpPr>
            <p:spPr>
              <a:xfrm>
                <a:off x="4562306" y="2164449"/>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3" name="Google Shape;943;p13"/>
              <p:cNvSpPr/>
              <p:nvPr/>
            </p:nvSpPr>
            <p:spPr>
              <a:xfrm>
                <a:off x="4562194" y="1722894"/>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44" name="Google Shape;944;p13"/>
              <p:cNvSpPr/>
              <p:nvPr/>
            </p:nvSpPr>
            <p:spPr>
              <a:xfrm>
                <a:off x="4562206" y="1814267"/>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945" name="Google Shape;945;p13"/>
            <p:cNvGrpSpPr/>
            <p:nvPr/>
          </p:nvGrpSpPr>
          <p:grpSpPr>
            <a:xfrm>
              <a:off x="6374325" y="2030500"/>
              <a:ext cx="227100" cy="1154701"/>
              <a:chOff x="418775" y="1955343"/>
              <a:chExt cx="227100" cy="1116300"/>
            </a:xfrm>
          </p:grpSpPr>
          <p:cxnSp>
            <p:nvCxnSpPr>
              <p:cNvPr id="946" name="Google Shape;946;p13"/>
              <p:cNvCxnSpPr/>
              <p:nvPr/>
            </p:nvCxnSpPr>
            <p:spPr>
              <a:xfrm>
                <a:off x="420900" y="1955343"/>
                <a:ext cx="0" cy="1116300"/>
              </a:xfrm>
              <a:prstGeom prst="straightConnector1">
                <a:avLst/>
              </a:prstGeom>
              <a:noFill/>
              <a:ln w="9525" cap="flat" cmpd="sng">
                <a:solidFill>
                  <a:schemeClr val="dk2"/>
                </a:solidFill>
                <a:prstDash val="solid"/>
                <a:round/>
                <a:headEnd type="none" w="med" len="med"/>
                <a:tailEnd type="none" w="med" len="med"/>
              </a:ln>
            </p:spPr>
          </p:cxnSp>
          <p:cxnSp>
            <p:nvCxnSpPr>
              <p:cNvPr id="947" name="Google Shape;947;p13"/>
              <p:cNvCxnSpPr/>
              <p:nvPr/>
            </p:nvCxnSpPr>
            <p:spPr>
              <a:xfrm>
                <a:off x="418775" y="3067534"/>
                <a:ext cx="227100" cy="0"/>
              </a:xfrm>
              <a:prstGeom prst="straightConnector1">
                <a:avLst/>
              </a:prstGeom>
              <a:noFill/>
              <a:ln w="9525" cap="flat" cmpd="sng">
                <a:solidFill>
                  <a:schemeClr val="dk2"/>
                </a:solidFill>
                <a:prstDash val="solid"/>
                <a:round/>
                <a:headEnd type="none" w="med" len="med"/>
                <a:tailEnd type="oval" w="med" len="med"/>
              </a:ln>
            </p:spPr>
          </p:cxnSp>
        </p:grpSp>
      </p:grpSp>
      <p:grpSp>
        <p:nvGrpSpPr>
          <p:cNvPr id="948" name="Google Shape;948;p13"/>
          <p:cNvGrpSpPr/>
          <p:nvPr/>
        </p:nvGrpSpPr>
        <p:grpSpPr>
          <a:xfrm>
            <a:off x="1463060" y="-2483486"/>
            <a:ext cx="7884219" cy="3433770"/>
            <a:chOff x="24125" y="294775"/>
            <a:chExt cx="7767703" cy="3383025"/>
          </a:xfrm>
        </p:grpSpPr>
        <p:sp>
          <p:nvSpPr>
            <p:cNvPr id="949" name="Google Shape;949;p13"/>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0" name="Google Shape;950;p13"/>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1" name="Google Shape;951;p13"/>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2" name="Google Shape;952;p13"/>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3" name="Google Shape;953;p13"/>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4" name="Google Shape;954;p13"/>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5" name="Google Shape;955;p13"/>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6" name="Google Shape;956;p13"/>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7" name="Google Shape;957;p13"/>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8" name="Google Shape;958;p13"/>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59" name="Google Shape;959;p13"/>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0" name="Google Shape;960;p13"/>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1" name="Google Shape;961;p13"/>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2" name="Google Shape;962;p13"/>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3" name="Google Shape;963;p13"/>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4" name="Google Shape;964;p13"/>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5" name="Google Shape;965;p13"/>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6" name="Google Shape;966;p13"/>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7" name="Google Shape;967;p13"/>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8" name="Google Shape;968;p13"/>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69" name="Google Shape;969;p13"/>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0" name="Google Shape;970;p13"/>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1" name="Google Shape;971;p13"/>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2" name="Google Shape;972;p13"/>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3" name="Google Shape;973;p13"/>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4" name="Google Shape;974;p13"/>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5" name="Google Shape;975;p13"/>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6" name="Google Shape;976;p13"/>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7" name="Google Shape;977;p13"/>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8" name="Google Shape;978;p13"/>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79" name="Google Shape;979;p13"/>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0" name="Google Shape;980;p13"/>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1" name="Google Shape;981;p13"/>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2" name="Google Shape;982;p13"/>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3" name="Google Shape;983;p13"/>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4" name="Google Shape;984;p13"/>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5" name="Google Shape;985;p13"/>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6" name="Google Shape;986;p13"/>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7" name="Google Shape;987;p13"/>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8" name="Google Shape;988;p13"/>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89" name="Google Shape;989;p13"/>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0" name="Google Shape;990;p13"/>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1" name="Google Shape;991;p13"/>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2" name="Google Shape;992;p13"/>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3" name="Google Shape;993;p13"/>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4" name="Google Shape;994;p13"/>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5" name="Google Shape;995;p13"/>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6" name="Google Shape;996;p13"/>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7" name="Google Shape;997;p13"/>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8" name="Google Shape;998;p13"/>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999" name="Google Shape;999;p13"/>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0" name="Google Shape;1000;p13"/>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1" name="Google Shape;1001;p13"/>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2" name="Google Shape;1002;p13"/>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3" name="Google Shape;1003;p13"/>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4" name="Google Shape;1004;p13"/>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5" name="Google Shape;1005;p13"/>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6" name="Google Shape;1006;p13"/>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7" name="Google Shape;1007;p13"/>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8" name="Google Shape;1008;p13"/>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09" name="Google Shape;1009;p13"/>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0" name="Google Shape;1010;p13"/>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1" name="Google Shape;1011;p13"/>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2" name="Google Shape;1012;p13"/>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3" name="Google Shape;1013;p13"/>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4" name="Google Shape;1014;p13"/>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5" name="Google Shape;1015;p13"/>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6" name="Google Shape;1016;p13"/>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7" name="Google Shape;1017;p13"/>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8" name="Google Shape;1018;p13"/>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19" name="Google Shape;1019;p13"/>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0" name="Google Shape;1020;p13"/>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1" name="Google Shape;1021;p13"/>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2" name="Google Shape;1022;p13"/>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3" name="Google Shape;1023;p13"/>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4" name="Google Shape;1024;p13"/>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5" name="Google Shape;1025;p13"/>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6" name="Google Shape;1026;p13"/>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7" name="Google Shape;1027;p13"/>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8" name="Google Shape;1028;p13"/>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29" name="Google Shape;1029;p13"/>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0" name="Google Shape;1030;p13"/>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1" name="Google Shape;1031;p13"/>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2" name="Google Shape;1032;p13"/>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3" name="Google Shape;1033;p13"/>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4" name="Google Shape;1034;p13"/>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5" name="Google Shape;1035;p13"/>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6" name="Google Shape;1036;p13"/>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7" name="Google Shape;1037;p13"/>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8" name="Google Shape;1038;p13"/>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39" name="Google Shape;1039;p13"/>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0" name="Google Shape;1040;p13"/>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1" name="Google Shape;1041;p13"/>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2" name="Google Shape;1042;p13"/>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043" name="Google Shape;1043;p13"/>
          <p:cNvGrpSpPr/>
          <p:nvPr/>
        </p:nvGrpSpPr>
        <p:grpSpPr>
          <a:xfrm>
            <a:off x="8757750" y="2728975"/>
            <a:ext cx="1552150" cy="3475150"/>
            <a:chOff x="327125" y="2375600"/>
            <a:chExt cx="1552150" cy="3475150"/>
          </a:xfrm>
        </p:grpSpPr>
        <p:sp>
          <p:nvSpPr>
            <p:cNvPr id="1044" name="Google Shape;1044;p13"/>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5" name="Google Shape;1045;p13"/>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6" name="Google Shape;1046;p13"/>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7" name="Google Shape;1047;p13"/>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8" name="Google Shape;1048;p13"/>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49" name="Google Shape;1049;p13"/>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0" name="Google Shape;1050;p13"/>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1" name="Google Shape;1051;p13"/>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2" name="Google Shape;1052;p13"/>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3" name="Google Shape;1053;p13"/>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4" name="Google Shape;1054;p13"/>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5" name="Google Shape;1055;p13"/>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6" name="Google Shape;1056;p13"/>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7" name="Google Shape;1057;p13"/>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8" name="Google Shape;1058;p13"/>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59" name="Google Shape;1059;p13"/>
            <p:cNvSpPr/>
            <p:nvPr/>
          </p:nvSpPr>
          <p:spPr>
            <a:xfrm>
              <a:off x="969100" y="4182200"/>
              <a:ext cx="174625" cy="556975"/>
            </a:xfrm>
            <a:custGeom>
              <a:avLst/>
              <a:gdLst/>
              <a:ahLst/>
              <a:cxnLst/>
              <a:rect l="l" t="t" r="r" b="b"/>
              <a:pathLst>
                <a:path w="6985" h="22279" fill="none" extrusionOk="0">
                  <a:moveTo>
                    <a:pt x="0" y="22278"/>
                  </a:moveTo>
                  <a:lnTo>
                    <a:pt x="6985" y="15294"/>
                  </a:lnTo>
                  <a:lnTo>
                    <a:pt x="6985"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0" name="Google Shape;1060;p13"/>
            <p:cNvSpPr/>
            <p:nvPr/>
          </p:nvSpPr>
          <p:spPr>
            <a:xfrm>
              <a:off x="1123725" y="4163375"/>
              <a:ext cx="39975" cy="39975"/>
            </a:xfrm>
            <a:custGeom>
              <a:avLst/>
              <a:gdLst/>
              <a:ahLst/>
              <a:cxnLst/>
              <a:rect l="l" t="t" r="r" b="b"/>
              <a:pathLst>
                <a:path w="1599" h="1599" extrusionOk="0">
                  <a:moveTo>
                    <a:pt x="800" y="1"/>
                  </a:moveTo>
                  <a:cubicBezTo>
                    <a:pt x="343" y="1"/>
                    <a:pt x="1" y="343"/>
                    <a:pt x="1" y="799"/>
                  </a:cubicBezTo>
                  <a:cubicBezTo>
                    <a:pt x="1" y="1233"/>
                    <a:pt x="343" y="1598"/>
                    <a:pt x="800" y="1598"/>
                  </a:cubicBezTo>
                  <a:cubicBezTo>
                    <a:pt x="1233" y="1598"/>
                    <a:pt x="1599" y="1233"/>
                    <a:pt x="1599" y="799"/>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1" name="Google Shape;1061;p13"/>
            <p:cNvSpPr/>
            <p:nvPr/>
          </p:nvSpPr>
          <p:spPr>
            <a:xfrm>
              <a:off x="1393075" y="4882950"/>
              <a:ext cx="25" cy="428000"/>
            </a:xfrm>
            <a:custGeom>
              <a:avLst/>
              <a:gdLst/>
              <a:ahLst/>
              <a:cxnLst/>
              <a:rect l="l" t="t" r="r" b="b"/>
              <a:pathLst>
                <a:path w="1" h="17120" fill="none" extrusionOk="0">
                  <a:moveTo>
                    <a:pt x="0" y="17119"/>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2" name="Google Shape;1062;p13"/>
            <p:cNvSpPr/>
            <p:nvPr/>
          </p:nvSpPr>
          <p:spPr>
            <a:xfrm>
              <a:off x="1373100" y="4864125"/>
              <a:ext cx="39975" cy="39950"/>
            </a:xfrm>
            <a:custGeom>
              <a:avLst/>
              <a:gdLst/>
              <a:ahLst/>
              <a:cxnLst/>
              <a:rect l="l" t="t" r="r" b="b"/>
              <a:pathLst>
                <a:path w="1599" h="1598" extrusionOk="0">
                  <a:moveTo>
                    <a:pt x="799" y="0"/>
                  </a:moveTo>
                  <a:cubicBezTo>
                    <a:pt x="343" y="0"/>
                    <a:pt x="1" y="365"/>
                    <a:pt x="1" y="799"/>
                  </a:cubicBezTo>
                  <a:cubicBezTo>
                    <a:pt x="1" y="1233"/>
                    <a:pt x="343" y="1598"/>
                    <a:pt x="799" y="1598"/>
                  </a:cubicBezTo>
                  <a:cubicBezTo>
                    <a:pt x="1233" y="1598"/>
                    <a:pt x="1598" y="1233"/>
                    <a:pt x="1598" y="799"/>
                  </a:cubicBezTo>
                  <a:cubicBezTo>
                    <a:pt x="1598" y="365"/>
                    <a:pt x="1233"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3" name="Google Shape;1063;p13"/>
            <p:cNvSpPr/>
            <p:nvPr/>
          </p:nvSpPr>
          <p:spPr>
            <a:xfrm>
              <a:off x="1714900" y="4922900"/>
              <a:ext cx="164375" cy="388050"/>
            </a:xfrm>
            <a:custGeom>
              <a:avLst/>
              <a:gdLst/>
              <a:ahLst/>
              <a:cxnLst/>
              <a:rect l="l" t="t" r="r" b="b"/>
              <a:pathLst>
                <a:path w="6575" h="15522" fill="none" extrusionOk="0">
                  <a:moveTo>
                    <a:pt x="6575" y="15521"/>
                  </a:moveTo>
                  <a:lnTo>
                    <a:pt x="6575" y="6574"/>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64" name="Google Shape;1064;p13"/>
            <p:cNvSpPr/>
            <p:nvPr/>
          </p:nvSpPr>
          <p:spPr>
            <a:xfrm>
              <a:off x="1693800" y="4903475"/>
              <a:ext cx="43950" cy="40275"/>
            </a:xfrm>
            <a:custGeom>
              <a:avLst/>
              <a:gdLst/>
              <a:ahLst/>
              <a:cxnLst/>
              <a:rect l="l" t="t" r="r" b="b"/>
              <a:pathLst>
                <a:path w="1758" h="1611" extrusionOk="0">
                  <a:moveTo>
                    <a:pt x="868" y="1"/>
                  </a:moveTo>
                  <a:cubicBezTo>
                    <a:pt x="662" y="1"/>
                    <a:pt x="457" y="92"/>
                    <a:pt x="297" y="252"/>
                  </a:cubicBezTo>
                  <a:cubicBezTo>
                    <a:pt x="0" y="549"/>
                    <a:pt x="0" y="1074"/>
                    <a:pt x="297" y="1370"/>
                  </a:cubicBezTo>
                  <a:cubicBezTo>
                    <a:pt x="457" y="1530"/>
                    <a:pt x="662" y="1610"/>
                    <a:pt x="868" y="1610"/>
                  </a:cubicBezTo>
                  <a:cubicBezTo>
                    <a:pt x="1073" y="1610"/>
                    <a:pt x="1279" y="1530"/>
                    <a:pt x="1438" y="1370"/>
                  </a:cubicBezTo>
                  <a:cubicBezTo>
                    <a:pt x="1758" y="1074"/>
                    <a:pt x="1758" y="549"/>
                    <a:pt x="1438" y="252"/>
                  </a:cubicBezTo>
                  <a:cubicBezTo>
                    <a:pt x="1279" y="92"/>
                    <a:pt x="1073" y="1"/>
                    <a:pt x="86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065" name="Google Shape;1065;p13"/>
          <p:cNvSpPr txBox="1"/>
          <p:nvPr>
            <p:ph type="title"/>
          </p:nvPr>
        </p:nvSpPr>
        <p:spPr>
          <a:xfrm>
            <a:off x="720000" y="461875"/>
            <a:ext cx="7704000" cy="488400"/>
          </a:xfrm>
          <a:prstGeom prst="rect">
            <a:avLst/>
          </a:prstGeom>
        </p:spPr>
        <p:txBody>
          <a:bodyPr spcFirstLastPara="1" wrap="square" lIns="0" tIns="0" rIns="0" bIns="0" anchor="t" anchorCtr="0">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66" name="Google Shape;1066;p13"/>
          <p:cNvSpPr txBox="1"/>
          <p:nvPr>
            <p:ph type="subTitle" idx="1"/>
          </p:nvPr>
        </p:nvSpPr>
        <p:spPr>
          <a:xfrm>
            <a:off x="719988" y="3728592"/>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067" name="Google Shape;1067;p13"/>
          <p:cNvSpPr txBox="1"/>
          <p:nvPr>
            <p:ph type="title" idx="2"/>
          </p:nvPr>
        </p:nvSpPr>
        <p:spPr>
          <a:xfrm>
            <a:off x="720000" y="2868050"/>
            <a:ext cx="1466700" cy="6453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68" name="Google Shape;1068;p13"/>
          <p:cNvSpPr txBox="1"/>
          <p:nvPr>
            <p:ph type="title" idx="3" hasCustomPrompt="1"/>
          </p:nvPr>
        </p:nvSpPr>
        <p:spPr>
          <a:xfrm>
            <a:off x="878350" y="1766925"/>
            <a:ext cx="584700" cy="5853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069" name="Google Shape;1069;p13"/>
          <p:cNvSpPr txBox="1"/>
          <p:nvPr>
            <p:ph type="subTitle" idx="4"/>
          </p:nvPr>
        </p:nvSpPr>
        <p:spPr>
          <a:xfrm>
            <a:off x="3666713" y="3728575"/>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070" name="Google Shape;1070;p13"/>
          <p:cNvSpPr txBox="1"/>
          <p:nvPr>
            <p:ph type="title" idx="5"/>
          </p:nvPr>
        </p:nvSpPr>
        <p:spPr>
          <a:xfrm>
            <a:off x="3666725" y="2868050"/>
            <a:ext cx="1422000" cy="6453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71" name="Google Shape;1071;p13"/>
          <p:cNvSpPr txBox="1"/>
          <p:nvPr>
            <p:ph type="title" idx="6" hasCustomPrompt="1"/>
          </p:nvPr>
        </p:nvSpPr>
        <p:spPr>
          <a:xfrm>
            <a:off x="3828350" y="1766950"/>
            <a:ext cx="584700" cy="5853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072" name="Google Shape;1072;p13"/>
          <p:cNvSpPr txBox="1"/>
          <p:nvPr>
            <p:ph type="subTitle" idx="7"/>
          </p:nvPr>
        </p:nvSpPr>
        <p:spPr>
          <a:xfrm>
            <a:off x="6672288" y="3728575"/>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073" name="Google Shape;1073;p13"/>
          <p:cNvSpPr txBox="1"/>
          <p:nvPr>
            <p:ph type="title" idx="8"/>
          </p:nvPr>
        </p:nvSpPr>
        <p:spPr>
          <a:xfrm>
            <a:off x="6672300" y="2868050"/>
            <a:ext cx="1368300" cy="6453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74" name="Google Shape;1074;p13"/>
          <p:cNvSpPr txBox="1"/>
          <p:nvPr>
            <p:ph type="title" idx="9" hasCustomPrompt="1"/>
          </p:nvPr>
        </p:nvSpPr>
        <p:spPr>
          <a:xfrm>
            <a:off x="6832500" y="1766950"/>
            <a:ext cx="584700" cy="5853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075" name="Google Shape;1075;p13"/>
          <p:cNvSpPr/>
          <p:nvPr/>
        </p:nvSpPr>
        <p:spPr>
          <a:xfrm rot="5400000">
            <a:off x="500408" y="-71091"/>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6" name="Google Shape;1076;p13"/>
          <p:cNvSpPr/>
          <p:nvPr/>
        </p:nvSpPr>
        <p:spPr>
          <a:xfrm rot="5400000">
            <a:off x="501950" y="75727"/>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7" name="Google Shape;1077;p13"/>
          <p:cNvSpPr/>
          <p:nvPr/>
        </p:nvSpPr>
        <p:spPr>
          <a:xfrm rot="5400000">
            <a:off x="500408" y="222546"/>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8" name="Google Shape;1078;p13"/>
          <p:cNvSpPr/>
          <p:nvPr/>
        </p:nvSpPr>
        <p:spPr>
          <a:xfrm rot="5400000">
            <a:off x="501950" y="369365"/>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79" name="Google Shape;1079;p13"/>
          <p:cNvSpPr/>
          <p:nvPr/>
        </p:nvSpPr>
        <p:spPr>
          <a:xfrm rot="5400000">
            <a:off x="500408" y="516183"/>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0" name="Google Shape;1080;p13"/>
          <p:cNvSpPr/>
          <p:nvPr/>
        </p:nvSpPr>
        <p:spPr>
          <a:xfrm rot="5400000">
            <a:off x="501950" y="66300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1">
  <p:cSld name="CUSTOM_1">
    <p:spTree>
      <p:nvGrpSpPr>
        <p:cNvPr id="1081" name="Shape 1081"/>
        <p:cNvGrpSpPr/>
        <p:nvPr/>
      </p:nvGrpSpPr>
      <p:grpSpPr>
        <a:xfrm>
          <a:off x="0" y="0"/>
          <a:ext cx="0" cy="0"/>
          <a:chOff x="0" y="0"/>
          <a:chExt cx="0" cy="0"/>
        </a:xfrm>
      </p:grpSpPr>
      <p:cxnSp>
        <p:nvCxnSpPr>
          <p:cNvPr id="1082" name="Google Shape;1082;p14"/>
          <p:cNvCxnSpPr/>
          <p:nvPr/>
        </p:nvCxnSpPr>
        <p:spPr>
          <a:xfrm>
            <a:off x="-13375" y="2030650"/>
            <a:ext cx="473400" cy="0"/>
          </a:xfrm>
          <a:prstGeom prst="straightConnector1">
            <a:avLst/>
          </a:prstGeom>
          <a:noFill/>
          <a:ln w="9525" cap="flat" cmpd="sng">
            <a:solidFill>
              <a:schemeClr val="dk2"/>
            </a:solidFill>
            <a:prstDash val="solid"/>
            <a:round/>
            <a:headEnd type="none" w="med" len="med"/>
            <a:tailEnd type="none" w="med" len="med"/>
          </a:ln>
        </p:spPr>
      </p:cxnSp>
      <p:grpSp>
        <p:nvGrpSpPr>
          <p:cNvPr id="1083" name="Google Shape;1083;p14"/>
          <p:cNvGrpSpPr/>
          <p:nvPr/>
        </p:nvGrpSpPr>
        <p:grpSpPr>
          <a:xfrm>
            <a:off x="392675" y="1621008"/>
            <a:ext cx="3009700" cy="1564192"/>
            <a:chOff x="392675" y="1513033"/>
            <a:chExt cx="3009700" cy="1564192"/>
          </a:xfrm>
        </p:grpSpPr>
        <p:sp>
          <p:nvSpPr>
            <p:cNvPr id="1084" name="Google Shape;1084;p14"/>
            <p:cNvSpPr/>
            <p:nvPr/>
          </p:nvSpPr>
          <p:spPr>
            <a:xfrm>
              <a:off x="878255" y="1659206"/>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5" name="Google Shape;1085;p14"/>
            <p:cNvSpPr/>
            <p:nvPr/>
          </p:nvSpPr>
          <p:spPr>
            <a:xfrm>
              <a:off x="820418" y="2301733"/>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6" name="Google Shape;1086;p14"/>
            <p:cNvSpPr/>
            <p:nvPr/>
          </p:nvSpPr>
          <p:spPr>
            <a:xfrm>
              <a:off x="820418" y="1622632"/>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7" name="Google Shape;1087;p14"/>
            <p:cNvSpPr/>
            <p:nvPr/>
          </p:nvSpPr>
          <p:spPr>
            <a:xfrm>
              <a:off x="820418" y="1601247"/>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8" name="Google Shape;1088;p14"/>
            <p:cNvSpPr/>
            <p:nvPr/>
          </p:nvSpPr>
          <p:spPr>
            <a:xfrm>
              <a:off x="865983" y="1601247"/>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89" name="Google Shape;1089;p14"/>
            <p:cNvSpPr/>
            <p:nvPr/>
          </p:nvSpPr>
          <p:spPr>
            <a:xfrm>
              <a:off x="1520782" y="1601247"/>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0" name="Google Shape;1090;p14"/>
            <p:cNvSpPr/>
            <p:nvPr/>
          </p:nvSpPr>
          <p:spPr>
            <a:xfrm>
              <a:off x="1520782" y="1643896"/>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1" name="Google Shape;1091;p14"/>
            <p:cNvSpPr/>
            <p:nvPr/>
          </p:nvSpPr>
          <p:spPr>
            <a:xfrm>
              <a:off x="1520782" y="2301733"/>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2" name="Google Shape;1092;p14"/>
            <p:cNvSpPr/>
            <p:nvPr/>
          </p:nvSpPr>
          <p:spPr>
            <a:xfrm>
              <a:off x="844719" y="2301733"/>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3" name="Google Shape;1093;p14"/>
            <p:cNvSpPr/>
            <p:nvPr/>
          </p:nvSpPr>
          <p:spPr>
            <a:xfrm>
              <a:off x="732082" y="1513033"/>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094" name="Google Shape;1094;p14"/>
            <p:cNvCxnSpPr/>
            <p:nvPr/>
          </p:nvCxnSpPr>
          <p:spPr>
            <a:xfrm>
              <a:off x="1612275" y="1922650"/>
              <a:ext cx="1790100" cy="0"/>
            </a:xfrm>
            <a:prstGeom prst="straightConnector1">
              <a:avLst/>
            </a:prstGeom>
            <a:noFill/>
            <a:ln w="9525" cap="flat" cmpd="sng">
              <a:solidFill>
                <a:schemeClr val="dk2"/>
              </a:solidFill>
              <a:prstDash val="solid"/>
              <a:round/>
              <a:headEnd type="none" w="med" len="med"/>
              <a:tailEnd type="oval" w="med" len="med"/>
            </a:ln>
          </p:spPr>
        </p:cxnSp>
        <p:sp>
          <p:nvSpPr>
            <p:cNvPr id="1095" name="Google Shape;1095;p14"/>
            <p:cNvSpPr/>
            <p:nvPr/>
          </p:nvSpPr>
          <p:spPr>
            <a:xfrm>
              <a:off x="636097" y="2039765"/>
              <a:ext cx="94533" cy="122"/>
            </a:xfrm>
            <a:custGeom>
              <a:avLst/>
              <a:gdLst/>
              <a:ahLst/>
              <a:cxnLst/>
              <a:rect l="l" t="t" r="r" b="b"/>
              <a:pathLst>
                <a:path w="778" h="1" fill="none" extrusionOk="0">
                  <a:moveTo>
                    <a:pt x="778"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6" name="Google Shape;1096;p14"/>
            <p:cNvSpPr/>
            <p:nvPr/>
          </p:nvSpPr>
          <p:spPr>
            <a:xfrm>
              <a:off x="642173" y="1802341"/>
              <a:ext cx="82382" cy="122"/>
            </a:xfrm>
            <a:custGeom>
              <a:avLst/>
              <a:gdLst/>
              <a:ahLst/>
              <a:cxnLst/>
              <a:rect l="l" t="t" r="r" b="b"/>
              <a:pathLst>
                <a:path w="678" h="1" fill="none" extrusionOk="0">
                  <a:moveTo>
                    <a:pt x="678"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097" name="Google Shape;1097;p14"/>
            <p:cNvSpPr/>
            <p:nvPr/>
          </p:nvSpPr>
          <p:spPr>
            <a:xfrm>
              <a:off x="596487" y="1689583"/>
              <a:ext cx="128069" cy="122"/>
            </a:xfrm>
            <a:custGeom>
              <a:avLst/>
              <a:gdLst/>
              <a:ahLst/>
              <a:cxnLst/>
              <a:rect l="l" t="t" r="r" b="b"/>
              <a:pathLst>
                <a:path w="1054" h="1" fill="none" extrusionOk="0">
                  <a:moveTo>
                    <a:pt x="1054"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nvGrpSpPr>
            <p:cNvPr id="1098" name="Google Shape;1098;p14"/>
            <p:cNvGrpSpPr/>
            <p:nvPr/>
          </p:nvGrpSpPr>
          <p:grpSpPr>
            <a:xfrm>
              <a:off x="392675" y="1922525"/>
              <a:ext cx="336300" cy="1154701"/>
              <a:chOff x="392675" y="1955343"/>
              <a:chExt cx="336300" cy="1116300"/>
            </a:xfrm>
          </p:grpSpPr>
          <p:cxnSp>
            <p:nvCxnSpPr>
              <p:cNvPr id="1099" name="Google Shape;1099;p14"/>
              <p:cNvCxnSpPr/>
              <p:nvPr/>
            </p:nvCxnSpPr>
            <p:spPr>
              <a:xfrm>
                <a:off x="420900" y="1955343"/>
                <a:ext cx="0" cy="1116300"/>
              </a:xfrm>
              <a:prstGeom prst="straightConnector1">
                <a:avLst/>
              </a:prstGeom>
              <a:noFill/>
              <a:ln w="9525" cap="flat" cmpd="sng">
                <a:solidFill>
                  <a:schemeClr val="dk2"/>
                </a:solidFill>
                <a:prstDash val="solid"/>
                <a:round/>
                <a:headEnd type="none" w="med" len="med"/>
                <a:tailEnd type="none" w="med" len="med"/>
              </a:ln>
            </p:spPr>
          </p:cxnSp>
          <p:cxnSp>
            <p:nvCxnSpPr>
              <p:cNvPr id="1100" name="Google Shape;1100;p14"/>
              <p:cNvCxnSpPr/>
              <p:nvPr/>
            </p:nvCxnSpPr>
            <p:spPr>
              <a:xfrm>
                <a:off x="418775" y="3067534"/>
                <a:ext cx="227100" cy="0"/>
              </a:xfrm>
              <a:prstGeom prst="straightConnector1">
                <a:avLst/>
              </a:prstGeom>
              <a:noFill/>
              <a:ln w="9525" cap="flat" cmpd="sng">
                <a:solidFill>
                  <a:schemeClr val="dk2"/>
                </a:solidFill>
                <a:prstDash val="solid"/>
                <a:round/>
                <a:headEnd type="none" w="med" len="med"/>
                <a:tailEnd type="oval" w="med" len="med"/>
              </a:ln>
            </p:spPr>
          </p:cxnSp>
          <p:cxnSp>
            <p:nvCxnSpPr>
              <p:cNvPr id="1101" name="Google Shape;1101;p14"/>
              <p:cNvCxnSpPr/>
              <p:nvPr/>
            </p:nvCxnSpPr>
            <p:spPr>
              <a:xfrm>
                <a:off x="392675" y="1955464"/>
                <a:ext cx="336300" cy="0"/>
              </a:xfrm>
              <a:prstGeom prst="straightConnector1">
                <a:avLst/>
              </a:prstGeom>
              <a:noFill/>
              <a:ln w="9525" cap="flat" cmpd="sng">
                <a:solidFill>
                  <a:schemeClr val="dk2"/>
                </a:solidFill>
                <a:prstDash val="solid"/>
                <a:round/>
                <a:headEnd type="oval" w="med" len="med"/>
                <a:tailEnd type="none" w="med" len="med"/>
              </a:ln>
            </p:spPr>
          </p:cxnSp>
        </p:grpSp>
        <p:sp>
          <p:nvSpPr>
            <p:cNvPr id="1102" name="Google Shape;1102;p14"/>
            <p:cNvSpPr/>
            <p:nvPr/>
          </p:nvSpPr>
          <p:spPr>
            <a:xfrm>
              <a:off x="1615281" y="2064188"/>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3" name="Google Shape;1103;p14"/>
            <p:cNvSpPr/>
            <p:nvPr/>
          </p:nvSpPr>
          <p:spPr>
            <a:xfrm>
              <a:off x="1612256" y="2173787"/>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4" name="Google Shape;1104;p14"/>
            <p:cNvSpPr/>
            <p:nvPr/>
          </p:nvSpPr>
          <p:spPr>
            <a:xfrm>
              <a:off x="1612144" y="1732231"/>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5" name="Google Shape;1105;p14"/>
            <p:cNvSpPr/>
            <p:nvPr/>
          </p:nvSpPr>
          <p:spPr>
            <a:xfrm>
              <a:off x="1612156" y="1823604"/>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06" name="Google Shape;1106;p14"/>
          <p:cNvGrpSpPr/>
          <p:nvPr/>
        </p:nvGrpSpPr>
        <p:grpSpPr>
          <a:xfrm>
            <a:off x="3363525" y="1622521"/>
            <a:ext cx="3042600" cy="1562680"/>
            <a:chOff x="3363525" y="1622521"/>
            <a:chExt cx="3042600" cy="1562680"/>
          </a:xfrm>
        </p:grpSpPr>
        <p:grpSp>
          <p:nvGrpSpPr>
            <p:cNvPr id="1107" name="Google Shape;1107;p14"/>
            <p:cNvGrpSpPr/>
            <p:nvPr/>
          </p:nvGrpSpPr>
          <p:grpSpPr>
            <a:xfrm>
              <a:off x="3363525" y="1622521"/>
              <a:ext cx="3042600" cy="877163"/>
              <a:chOff x="3363525" y="1503696"/>
              <a:chExt cx="3042600" cy="877163"/>
            </a:xfrm>
          </p:grpSpPr>
          <p:sp>
            <p:nvSpPr>
              <p:cNvPr id="1108" name="Google Shape;1108;p14"/>
              <p:cNvSpPr/>
              <p:nvPr/>
            </p:nvSpPr>
            <p:spPr>
              <a:xfrm>
                <a:off x="3828305" y="1649868"/>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09" name="Google Shape;1109;p14"/>
              <p:cNvSpPr/>
              <p:nvPr/>
            </p:nvSpPr>
            <p:spPr>
              <a:xfrm>
                <a:off x="3770468"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0" name="Google Shape;1110;p14"/>
              <p:cNvSpPr/>
              <p:nvPr/>
            </p:nvSpPr>
            <p:spPr>
              <a:xfrm>
                <a:off x="3770468" y="1613295"/>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1" name="Google Shape;1111;p14"/>
              <p:cNvSpPr/>
              <p:nvPr/>
            </p:nvSpPr>
            <p:spPr>
              <a:xfrm>
                <a:off x="3770468"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2" name="Google Shape;1112;p14"/>
              <p:cNvSpPr/>
              <p:nvPr/>
            </p:nvSpPr>
            <p:spPr>
              <a:xfrm>
                <a:off x="3816033" y="1591910"/>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3" name="Google Shape;1113;p14"/>
              <p:cNvSpPr/>
              <p:nvPr/>
            </p:nvSpPr>
            <p:spPr>
              <a:xfrm>
                <a:off x="4470832"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4" name="Google Shape;1114;p14"/>
              <p:cNvSpPr/>
              <p:nvPr/>
            </p:nvSpPr>
            <p:spPr>
              <a:xfrm>
                <a:off x="4470832" y="1634559"/>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5" name="Google Shape;1115;p14"/>
              <p:cNvSpPr/>
              <p:nvPr/>
            </p:nvSpPr>
            <p:spPr>
              <a:xfrm>
                <a:off x="4470832"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6" name="Google Shape;1116;p14"/>
              <p:cNvSpPr/>
              <p:nvPr/>
            </p:nvSpPr>
            <p:spPr>
              <a:xfrm>
                <a:off x="3794769" y="2292396"/>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7" name="Google Shape;1117;p14"/>
              <p:cNvSpPr/>
              <p:nvPr/>
            </p:nvSpPr>
            <p:spPr>
              <a:xfrm>
                <a:off x="3682132" y="1503696"/>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8" name="Google Shape;1118;p14"/>
              <p:cNvSpPr/>
              <p:nvPr/>
            </p:nvSpPr>
            <p:spPr>
              <a:xfrm>
                <a:off x="3586147" y="2030427"/>
                <a:ext cx="94533" cy="122"/>
              </a:xfrm>
              <a:custGeom>
                <a:avLst/>
                <a:gdLst/>
                <a:ahLst/>
                <a:cxnLst/>
                <a:rect l="l" t="t" r="r" b="b"/>
                <a:pathLst>
                  <a:path w="778" h="1" fill="none" extrusionOk="0">
                    <a:moveTo>
                      <a:pt x="778"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19" name="Google Shape;1119;p14"/>
              <p:cNvSpPr/>
              <p:nvPr/>
            </p:nvSpPr>
            <p:spPr>
              <a:xfrm>
                <a:off x="3592223" y="1793003"/>
                <a:ext cx="82382" cy="122"/>
              </a:xfrm>
              <a:custGeom>
                <a:avLst/>
                <a:gdLst/>
                <a:ahLst/>
                <a:cxnLst/>
                <a:rect l="l" t="t" r="r" b="b"/>
                <a:pathLst>
                  <a:path w="678" h="1" fill="none" extrusionOk="0">
                    <a:moveTo>
                      <a:pt x="678"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0" name="Google Shape;1120;p14"/>
              <p:cNvSpPr/>
              <p:nvPr/>
            </p:nvSpPr>
            <p:spPr>
              <a:xfrm>
                <a:off x="3546537" y="1680245"/>
                <a:ext cx="128069" cy="122"/>
              </a:xfrm>
              <a:custGeom>
                <a:avLst/>
                <a:gdLst/>
                <a:ahLst/>
                <a:cxnLst/>
                <a:rect l="l" t="t" r="r" b="b"/>
                <a:pathLst>
                  <a:path w="1054" h="1" fill="none" extrusionOk="0">
                    <a:moveTo>
                      <a:pt x="1054"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121" name="Google Shape;1121;p14"/>
              <p:cNvCxnSpPr/>
              <p:nvPr/>
            </p:nvCxnSpPr>
            <p:spPr>
              <a:xfrm>
                <a:off x="3363525" y="1913003"/>
                <a:ext cx="315600" cy="0"/>
              </a:xfrm>
              <a:prstGeom prst="straightConnector1">
                <a:avLst/>
              </a:prstGeom>
              <a:noFill/>
              <a:ln w="9525" cap="flat" cmpd="sng">
                <a:solidFill>
                  <a:schemeClr val="dk2"/>
                </a:solidFill>
                <a:prstDash val="solid"/>
                <a:round/>
                <a:headEnd type="none" w="med" len="med"/>
                <a:tailEnd type="none" w="med" len="med"/>
              </a:ln>
            </p:spPr>
          </p:cxnSp>
          <p:sp>
            <p:nvSpPr>
              <p:cNvPr id="1122" name="Google Shape;1122;p14"/>
              <p:cNvSpPr/>
              <p:nvPr/>
            </p:nvSpPr>
            <p:spPr>
              <a:xfrm>
                <a:off x="4565331" y="2054850"/>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3" name="Google Shape;1123;p14"/>
              <p:cNvSpPr/>
              <p:nvPr/>
            </p:nvSpPr>
            <p:spPr>
              <a:xfrm>
                <a:off x="4562306" y="2164449"/>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4" name="Google Shape;1124;p14"/>
              <p:cNvSpPr/>
              <p:nvPr/>
            </p:nvSpPr>
            <p:spPr>
              <a:xfrm>
                <a:off x="4562194" y="1722894"/>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25" name="Google Shape;1125;p14"/>
              <p:cNvSpPr/>
              <p:nvPr/>
            </p:nvSpPr>
            <p:spPr>
              <a:xfrm>
                <a:off x="4562206" y="1814267"/>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126" name="Google Shape;1126;p14"/>
              <p:cNvCxnSpPr/>
              <p:nvPr/>
            </p:nvCxnSpPr>
            <p:spPr>
              <a:xfrm>
                <a:off x="4565325" y="1922925"/>
                <a:ext cx="1840800" cy="0"/>
              </a:xfrm>
              <a:prstGeom prst="straightConnector1">
                <a:avLst/>
              </a:prstGeom>
              <a:noFill/>
              <a:ln w="9525" cap="flat" cmpd="sng">
                <a:solidFill>
                  <a:schemeClr val="dk2"/>
                </a:solidFill>
                <a:prstDash val="solid"/>
                <a:round/>
                <a:headEnd type="none" w="med" len="med"/>
                <a:tailEnd type="oval" w="med" len="med"/>
              </a:ln>
            </p:spPr>
          </p:cxnSp>
        </p:grpSp>
        <p:grpSp>
          <p:nvGrpSpPr>
            <p:cNvPr id="1127" name="Google Shape;1127;p14"/>
            <p:cNvGrpSpPr/>
            <p:nvPr/>
          </p:nvGrpSpPr>
          <p:grpSpPr>
            <a:xfrm>
              <a:off x="3369450" y="2030500"/>
              <a:ext cx="227100" cy="1154701"/>
              <a:chOff x="418775" y="1955343"/>
              <a:chExt cx="227100" cy="1116300"/>
            </a:xfrm>
          </p:grpSpPr>
          <p:cxnSp>
            <p:nvCxnSpPr>
              <p:cNvPr id="1128" name="Google Shape;1128;p14"/>
              <p:cNvCxnSpPr/>
              <p:nvPr/>
            </p:nvCxnSpPr>
            <p:spPr>
              <a:xfrm>
                <a:off x="420900" y="1955343"/>
                <a:ext cx="0" cy="1116300"/>
              </a:xfrm>
              <a:prstGeom prst="straightConnector1">
                <a:avLst/>
              </a:prstGeom>
              <a:noFill/>
              <a:ln w="9525" cap="flat" cmpd="sng">
                <a:solidFill>
                  <a:schemeClr val="dk2"/>
                </a:solidFill>
                <a:prstDash val="solid"/>
                <a:round/>
                <a:headEnd type="none" w="med" len="med"/>
                <a:tailEnd type="none" w="med" len="med"/>
              </a:ln>
            </p:spPr>
          </p:cxnSp>
          <p:cxnSp>
            <p:nvCxnSpPr>
              <p:cNvPr id="1129" name="Google Shape;1129;p14"/>
              <p:cNvCxnSpPr/>
              <p:nvPr/>
            </p:nvCxnSpPr>
            <p:spPr>
              <a:xfrm>
                <a:off x="418775" y="3067534"/>
                <a:ext cx="227100" cy="0"/>
              </a:xfrm>
              <a:prstGeom prst="straightConnector1">
                <a:avLst/>
              </a:prstGeom>
              <a:noFill/>
              <a:ln w="9525" cap="flat" cmpd="sng">
                <a:solidFill>
                  <a:schemeClr val="dk2"/>
                </a:solidFill>
                <a:prstDash val="solid"/>
                <a:round/>
                <a:headEnd type="none" w="med" len="med"/>
                <a:tailEnd type="oval" w="med" len="med"/>
              </a:ln>
            </p:spPr>
          </p:cxnSp>
        </p:grpSp>
      </p:grpSp>
      <p:grpSp>
        <p:nvGrpSpPr>
          <p:cNvPr id="1130" name="Google Shape;1130;p14"/>
          <p:cNvGrpSpPr/>
          <p:nvPr/>
        </p:nvGrpSpPr>
        <p:grpSpPr>
          <a:xfrm>
            <a:off x="6368275" y="1619796"/>
            <a:ext cx="1299390" cy="1565405"/>
            <a:chOff x="6368275" y="1619796"/>
            <a:chExt cx="1299390" cy="1565405"/>
          </a:xfrm>
        </p:grpSpPr>
        <p:grpSp>
          <p:nvGrpSpPr>
            <p:cNvPr id="1131" name="Google Shape;1131;p14"/>
            <p:cNvGrpSpPr/>
            <p:nvPr/>
          </p:nvGrpSpPr>
          <p:grpSpPr>
            <a:xfrm>
              <a:off x="6368275" y="1619796"/>
              <a:ext cx="1299390" cy="877163"/>
              <a:chOff x="3363525" y="1503696"/>
              <a:chExt cx="1299390" cy="877163"/>
            </a:xfrm>
          </p:grpSpPr>
          <p:sp>
            <p:nvSpPr>
              <p:cNvPr id="1132" name="Google Shape;1132;p14"/>
              <p:cNvSpPr/>
              <p:nvPr/>
            </p:nvSpPr>
            <p:spPr>
              <a:xfrm>
                <a:off x="3828305" y="1649868"/>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3" name="Google Shape;1133;p14"/>
              <p:cNvSpPr/>
              <p:nvPr/>
            </p:nvSpPr>
            <p:spPr>
              <a:xfrm>
                <a:off x="3770468"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4" name="Google Shape;1134;p14"/>
              <p:cNvSpPr/>
              <p:nvPr/>
            </p:nvSpPr>
            <p:spPr>
              <a:xfrm>
                <a:off x="3770468" y="1613295"/>
                <a:ext cx="122" cy="633540"/>
              </a:xfrm>
              <a:custGeom>
                <a:avLst/>
                <a:gdLst/>
                <a:ahLst/>
                <a:cxnLst/>
                <a:rect l="l" t="t" r="r" b="b"/>
                <a:pathLst>
                  <a:path w="1" h="5214" fill="none" extrusionOk="0">
                    <a:moveTo>
                      <a:pt x="0" y="5213"/>
                    </a:moveTo>
                    <a:lnTo>
                      <a:pt x="0"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5" name="Google Shape;1135;p14"/>
              <p:cNvSpPr/>
              <p:nvPr/>
            </p:nvSpPr>
            <p:spPr>
              <a:xfrm>
                <a:off x="3770468"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6" name="Google Shape;1136;p14"/>
              <p:cNvSpPr/>
              <p:nvPr/>
            </p:nvSpPr>
            <p:spPr>
              <a:xfrm>
                <a:off x="3816033" y="1591910"/>
                <a:ext cx="633662" cy="122"/>
              </a:xfrm>
              <a:custGeom>
                <a:avLst/>
                <a:gdLst/>
                <a:ahLst/>
                <a:cxnLst/>
                <a:rect l="l" t="t" r="r" b="b"/>
                <a:pathLst>
                  <a:path w="5215" h="1" fill="none" extrusionOk="0">
                    <a:moveTo>
                      <a:pt x="1" y="1"/>
                    </a:moveTo>
                    <a:lnTo>
                      <a:pt x="5214"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7" name="Google Shape;1137;p14"/>
              <p:cNvSpPr/>
              <p:nvPr/>
            </p:nvSpPr>
            <p:spPr>
              <a:xfrm>
                <a:off x="4470832" y="1591910"/>
                <a:ext cx="122" cy="122"/>
              </a:xfrm>
              <a:custGeom>
                <a:avLst/>
                <a:gdLst/>
                <a:ahLst/>
                <a:cxnLst/>
                <a:rect l="l" t="t" r="r" b="b"/>
                <a:pathLst>
                  <a:path w="1" h="1" fill="none" extrusionOk="0">
                    <a:moveTo>
                      <a:pt x="0" y="1"/>
                    </a:moveTo>
                    <a:lnTo>
                      <a:pt x="0" y="1"/>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8" name="Google Shape;1138;p14"/>
              <p:cNvSpPr/>
              <p:nvPr/>
            </p:nvSpPr>
            <p:spPr>
              <a:xfrm>
                <a:off x="4470832" y="1634559"/>
                <a:ext cx="122" cy="633540"/>
              </a:xfrm>
              <a:custGeom>
                <a:avLst/>
                <a:gdLst/>
                <a:ahLst/>
                <a:cxnLst/>
                <a:rect l="l" t="t" r="r" b="b"/>
                <a:pathLst>
                  <a:path w="1" h="5214" fill="none" extrusionOk="0">
                    <a:moveTo>
                      <a:pt x="0" y="1"/>
                    </a:moveTo>
                    <a:lnTo>
                      <a:pt x="0" y="5214"/>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39" name="Google Shape;1139;p14"/>
              <p:cNvSpPr/>
              <p:nvPr/>
            </p:nvSpPr>
            <p:spPr>
              <a:xfrm>
                <a:off x="4470832" y="2292396"/>
                <a:ext cx="122" cy="122"/>
              </a:xfrm>
              <a:custGeom>
                <a:avLst/>
                <a:gdLst/>
                <a:ahLst/>
                <a:cxnLst/>
                <a:rect l="l" t="t" r="r" b="b"/>
                <a:pathLst>
                  <a:path w="1" h="1" fill="none" extrusionOk="0">
                    <a:moveTo>
                      <a:pt x="0" y="0"/>
                    </a:moveTo>
                    <a:lnTo>
                      <a:pt x="0" y="0"/>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0" name="Google Shape;1140;p14"/>
              <p:cNvSpPr/>
              <p:nvPr/>
            </p:nvSpPr>
            <p:spPr>
              <a:xfrm>
                <a:off x="3794769" y="2292396"/>
                <a:ext cx="633540" cy="122"/>
              </a:xfrm>
              <a:custGeom>
                <a:avLst/>
                <a:gdLst/>
                <a:ahLst/>
                <a:cxnLst/>
                <a:rect l="l" t="t" r="r" b="b"/>
                <a:pathLst>
                  <a:path w="5214" h="1" fill="none" extrusionOk="0">
                    <a:moveTo>
                      <a:pt x="5214"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1" name="Google Shape;1141;p14"/>
              <p:cNvSpPr/>
              <p:nvPr/>
            </p:nvSpPr>
            <p:spPr>
              <a:xfrm>
                <a:off x="3682132" y="1503696"/>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2" name="Google Shape;1142;p14"/>
              <p:cNvSpPr/>
              <p:nvPr/>
            </p:nvSpPr>
            <p:spPr>
              <a:xfrm>
                <a:off x="3586147" y="2030427"/>
                <a:ext cx="94533" cy="122"/>
              </a:xfrm>
              <a:custGeom>
                <a:avLst/>
                <a:gdLst/>
                <a:ahLst/>
                <a:cxnLst/>
                <a:rect l="l" t="t" r="r" b="b"/>
                <a:pathLst>
                  <a:path w="778" h="1" fill="none" extrusionOk="0">
                    <a:moveTo>
                      <a:pt x="778"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3" name="Google Shape;1143;p14"/>
              <p:cNvSpPr/>
              <p:nvPr/>
            </p:nvSpPr>
            <p:spPr>
              <a:xfrm>
                <a:off x="3592223" y="1793003"/>
                <a:ext cx="82382" cy="122"/>
              </a:xfrm>
              <a:custGeom>
                <a:avLst/>
                <a:gdLst/>
                <a:ahLst/>
                <a:cxnLst/>
                <a:rect l="l" t="t" r="r" b="b"/>
                <a:pathLst>
                  <a:path w="678" h="1" fill="none" extrusionOk="0">
                    <a:moveTo>
                      <a:pt x="678" y="0"/>
                    </a:moveTo>
                    <a:lnTo>
                      <a:pt x="1"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4" name="Google Shape;1144;p14"/>
              <p:cNvSpPr/>
              <p:nvPr/>
            </p:nvSpPr>
            <p:spPr>
              <a:xfrm>
                <a:off x="3546537" y="1680245"/>
                <a:ext cx="128069" cy="122"/>
              </a:xfrm>
              <a:custGeom>
                <a:avLst/>
                <a:gdLst/>
                <a:ahLst/>
                <a:cxnLst/>
                <a:rect l="l" t="t" r="r" b="b"/>
                <a:pathLst>
                  <a:path w="1054" h="1" fill="none" extrusionOk="0">
                    <a:moveTo>
                      <a:pt x="1054" y="1"/>
                    </a:moveTo>
                    <a:lnTo>
                      <a:pt x="1"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1145" name="Google Shape;1145;p14"/>
              <p:cNvCxnSpPr/>
              <p:nvPr/>
            </p:nvCxnSpPr>
            <p:spPr>
              <a:xfrm>
                <a:off x="3363525" y="1925203"/>
                <a:ext cx="315600" cy="0"/>
              </a:xfrm>
              <a:prstGeom prst="straightConnector1">
                <a:avLst/>
              </a:prstGeom>
              <a:noFill/>
              <a:ln w="9525" cap="flat" cmpd="sng">
                <a:solidFill>
                  <a:schemeClr val="dk2"/>
                </a:solidFill>
                <a:prstDash val="solid"/>
                <a:round/>
                <a:headEnd type="none" w="med" len="med"/>
                <a:tailEnd type="none" w="med" len="med"/>
              </a:ln>
            </p:spPr>
          </p:cxnSp>
          <p:sp>
            <p:nvSpPr>
              <p:cNvPr id="1146" name="Google Shape;1146;p14"/>
              <p:cNvSpPr/>
              <p:nvPr/>
            </p:nvSpPr>
            <p:spPr>
              <a:xfrm>
                <a:off x="4565331" y="2054850"/>
                <a:ext cx="64156" cy="122"/>
              </a:xfrm>
              <a:custGeom>
                <a:avLst/>
                <a:gdLst/>
                <a:ahLst/>
                <a:cxnLst/>
                <a:rect l="l" t="t" r="r" b="b"/>
                <a:pathLst>
                  <a:path w="528" h="1" fill="none" extrusionOk="0">
                    <a:moveTo>
                      <a:pt x="1" y="0"/>
                    </a:moveTo>
                    <a:lnTo>
                      <a:pt x="527" y="0"/>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7" name="Google Shape;1147;p14"/>
              <p:cNvSpPr/>
              <p:nvPr/>
            </p:nvSpPr>
            <p:spPr>
              <a:xfrm>
                <a:off x="4562306" y="2164449"/>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8" name="Google Shape;1148;p14"/>
              <p:cNvSpPr/>
              <p:nvPr/>
            </p:nvSpPr>
            <p:spPr>
              <a:xfrm>
                <a:off x="4562194" y="1722894"/>
                <a:ext cx="100608" cy="122"/>
              </a:xfrm>
              <a:custGeom>
                <a:avLst/>
                <a:gdLst/>
                <a:ahLst/>
                <a:cxnLst/>
                <a:rect l="l" t="t" r="r" b="b"/>
                <a:pathLst>
                  <a:path w="828" h="1" fill="none" extrusionOk="0">
                    <a:moveTo>
                      <a:pt x="1" y="1"/>
                    </a:moveTo>
                    <a:lnTo>
                      <a:pt x="828"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49" name="Google Shape;1149;p14"/>
              <p:cNvSpPr/>
              <p:nvPr/>
            </p:nvSpPr>
            <p:spPr>
              <a:xfrm>
                <a:off x="4562206" y="1814267"/>
                <a:ext cx="76307" cy="122"/>
              </a:xfrm>
              <a:custGeom>
                <a:avLst/>
                <a:gdLst/>
                <a:ahLst/>
                <a:cxnLst/>
                <a:rect l="l" t="t" r="r" b="b"/>
                <a:pathLst>
                  <a:path w="628" h="1" fill="none" extrusionOk="0">
                    <a:moveTo>
                      <a:pt x="1" y="1"/>
                    </a:moveTo>
                    <a:lnTo>
                      <a:pt x="627" y="1"/>
                    </a:lnTo>
                  </a:path>
                </a:pathLst>
              </a:custGeom>
              <a:noFill/>
              <a:ln w="9525"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150" name="Google Shape;1150;p14"/>
            <p:cNvGrpSpPr/>
            <p:nvPr/>
          </p:nvGrpSpPr>
          <p:grpSpPr>
            <a:xfrm>
              <a:off x="6374325" y="2030500"/>
              <a:ext cx="227100" cy="1154701"/>
              <a:chOff x="418775" y="1955343"/>
              <a:chExt cx="227100" cy="1116300"/>
            </a:xfrm>
          </p:grpSpPr>
          <p:cxnSp>
            <p:nvCxnSpPr>
              <p:cNvPr id="1151" name="Google Shape;1151;p14"/>
              <p:cNvCxnSpPr/>
              <p:nvPr/>
            </p:nvCxnSpPr>
            <p:spPr>
              <a:xfrm>
                <a:off x="420900" y="1955343"/>
                <a:ext cx="0" cy="1116300"/>
              </a:xfrm>
              <a:prstGeom prst="straightConnector1">
                <a:avLst/>
              </a:prstGeom>
              <a:noFill/>
              <a:ln w="9525" cap="flat" cmpd="sng">
                <a:solidFill>
                  <a:schemeClr val="dk2"/>
                </a:solidFill>
                <a:prstDash val="solid"/>
                <a:round/>
                <a:headEnd type="none" w="med" len="med"/>
                <a:tailEnd type="none" w="med" len="med"/>
              </a:ln>
            </p:spPr>
          </p:cxnSp>
          <p:cxnSp>
            <p:nvCxnSpPr>
              <p:cNvPr id="1152" name="Google Shape;1152;p14"/>
              <p:cNvCxnSpPr/>
              <p:nvPr/>
            </p:nvCxnSpPr>
            <p:spPr>
              <a:xfrm>
                <a:off x="418775" y="3067534"/>
                <a:ext cx="227100" cy="0"/>
              </a:xfrm>
              <a:prstGeom prst="straightConnector1">
                <a:avLst/>
              </a:prstGeom>
              <a:noFill/>
              <a:ln w="9525" cap="flat" cmpd="sng">
                <a:solidFill>
                  <a:schemeClr val="dk2"/>
                </a:solidFill>
                <a:prstDash val="solid"/>
                <a:round/>
                <a:headEnd type="none" w="med" len="med"/>
                <a:tailEnd type="oval" w="med" len="med"/>
              </a:ln>
            </p:spPr>
          </p:cxnSp>
        </p:grpSp>
      </p:grpSp>
      <p:grpSp>
        <p:nvGrpSpPr>
          <p:cNvPr id="1153" name="Google Shape;1153;p14"/>
          <p:cNvGrpSpPr/>
          <p:nvPr/>
        </p:nvGrpSpPr>
        <p:grpSpPr>
          <a:xfrm flipH="1">
            <a:off x="-274340" y="-2483486"/>
            <a:ext cx="7884219" cy="3433770"/>
            <a:chOff x="24125" y="294775"/>
            <a:chExt cx="7767703" cy="3383025"/>
          </a:xfrm>
        </p:grpSpPr>
        <p:sp>
          <p:nvSpPr>
            <p:cNvPr id="1154" name="Google Shape;1154;p14"/>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5" name="Google Shape;1155;p14"/>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6" name="Google Shape;1156;p14"/>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7" name="Google Shape;1157;p14"/>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8" name="Google Shape;1158;p14"/>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59" name="Google Shape;1159;p14"/>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0" name="Google Shape;1160;p14"/>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1" name="Google Shape;1161;p14"/>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2" name="Google Shape;1162;p14"/>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3" name="Google Shape;1163;p14"/>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4" name="Google Shape;1164;p14"/>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5" name="Google Shape;1165;p14"/>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6" name="Google Shape;1166;p14"/>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7" name="Google Shape;1167;p14"/>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8" name="Google Shape;1168;p14"/>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69" name="Google Shape;1169;p14"/>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0" name="Google Shape;1170;p14"/>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1" name="Google Shape;1171;p14"/>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2" name="Google Shape;1172;p14"/>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3" name="Google Shape;1173;p14"/>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4" name="Google Shape;1174;p14"/>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5" name="Google Shape;1175;p14"/>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6" name="Google Shape;1176;p14"/>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7" name="Google Shape;1177;p14"/>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8" name="Google Shape;1178;p14"/>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79" name="Google Shape;1179;p14"/>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0" name="Google Shape;1180;p14"/>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1" name="Google Shape;1181;p14"/>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2" name="Google Shape;1182;p14"/>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3" name="Google Shape;1183;p14"/>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4" name="Google Shape;1184;p14"/>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5" name="Google Shape;1185;p14"/>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6" name="Google Shape;1186;p14"/>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7" name="Google Shape;1187;p14"/>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8" name="Google Shape;1188;p14"/>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89" name="Google Shape;1189;p14"/>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0" name="Google Shape;1190;p14"/>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1" name="Google Shape;1191;p14"/>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2" name="Google Shape;1192;p14"/>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3" name="Google Shape;1193;p14"/>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4" name="Google Shape;1194;p14"/>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5" name="Google Shape;1195;p14"/>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6" name="Google Shape;1196;p14"/>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7" name="Google Shape;1197;p14"/>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8" name="Google Shape;1198;p14"/>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99" name="Google Shape;1199;p14"/>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0" name="Google Shape;1200;p14"/>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1" name="Google Shape;1201;p14"/>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2" name="Google Shape;1202;p14"/>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3" name="Google Shape;1203;p14"/>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4" name="Google Shape;1204;p14"/>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5" name="Google Shape;1205;p14"/>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6" name="Google Shape;1206;p14"/>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7" name="Google Shape;1207;p14"/>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8" name="Google Shape;1208;p14"/>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09" name="Google Shape;1209;p14"/>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0" name="Google Shape;1210;p14"/>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1" name="Google Shape;1211;p14"/>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2" name="Google Shape;1212;p14"/>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3" name="Google Shape;1213;p14"/>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4" name="Google Shape;1214;p14"/>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5" name="Google Shape;1215;p14"/>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6" name="Google Shape;1216;p14"/>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7" name="Google Shape;1217;p14"/>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8" name="Google Shape;1218;p14"/>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19" name="Google Shape;1219;p14"/>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0" name="Google Shape;1220;p14"/>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1" name="Google Shape;1221;p14"/>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2" name="Google Shape;1222;p14"/>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3" name="Google Shape;1223;p14"/>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4" name="Google Shape;1224;p14"/>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5" name="Google Shape;1225;p14"/>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6" name="Google Shape;1226;p14"/>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7" name="Google Shape;1227;p14"/>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8" name="Google Shape;1228;p14"/>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29" name="Google Shape;1229;p14"/>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0" name="Google Shape;1230;p14"/>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1" name="Google Shape;1231;p14"/>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2" name="Google Shape;1232;p14"/>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3" name="Google Shape;1233;p14"/>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4" name="Google Shape;1234;p14"/>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5" name="Google Shape;1235;p14"/>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6" name="Google Shape;1236;p14"/>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7" name="Google Shape;1237;p14"/>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8" name="Google Shape;1238;p14"/>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39" name="Google Shape;1239;p14"/>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0" name="Google Shape;1240;p14"/>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1" name="Google Shape;1241;p14"/>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2" name="Google Shape;1242;p14"/>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3" name="Google Shape;1243;p14"/>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4" name="Google Shape;1244;p14"/>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5" name="Google Shape;1245;p14"/>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6" name="Google Shape;1246;p14"/>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47" name="Google Shape;1247;p14"/>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248" name="Google Shape;1248;p14"/>
          <p:cNvGrpSpPr/>
          <p:nvPr/>
        </p:nvGrpSpPr>
        <p:grpSpPr>
          <a:xfrm>
            <a:off x="8757750" y="2728975"/>
            <a:ext cx="1552150" cy="3475150"/>
            <a:chOff x="327125" y="2375600"/>
            <a:chExt cx="1552150" cy="3475150"/>
          </a:xfrm>
        </p:grpSpPr>
        <p:sp>
          <p:nvSpPr>
            <p:cNvPr id="1249" name="Google Shape;1249;p14"/>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0" name="Google Shape;1250;p14"/>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1" name="Google Shape;1251;p14"/>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2" name="Google Shape;1252;p14"/>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3" name="Google Shape;1253;p14"/>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4" name="Google Shape;1254;p14"/>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5" name="Google Shape;1255;p14"/>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6" name="Google Shape;1256;p14"/>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7" name="Google Shape;1257;p14"/>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8" name="Google Shape;1258;p14"/>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59" name="Google Shape;1259;p14"/>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0" name="Google Shape;1260;p14"/>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1" name="Google Shape;1261;p14"/>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2" name="Google Shape;1262;p14"/>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3" name="Google Shape;1263;p14"/>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4" name="Google Shape;1264;p14"/>
            <p:cNvSpPr/>
            <p:nvPr/>
          </p:nvSpPr>
          <p:spPr>
            <a:xfrm>
              <a:off x="969100" y="4182200"/>
              <a:ext cx="174625" cy="556975"/>
            </a:xfrm>
            <a:custGeom>
              <a:avLst/>
              <a:gdLst/>
              <a:ahLst/>
              <a:cxnLst/>
              <a:rect l="l" t="t" r="r" b="b"/>
              <a:pathLst>
                <a:path w="6985" h="22279" fill="none" extrusionOk="0">
                  <a:moveTo>
                    <a:pt x="0" y="22278"/>
                  </a:moveTo>
                  <a:lnTo>
                    <a:pt x="6985" y="15294"/>
                  </a:lnTo>
                  <a:lnTo>
                    <a:pt x="6985"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5" name="Google Shape;1265;p14"/>
            <p:cNvSpPr/>
            <p:nvPr/>
          </p:nvSpPr>
          <p:spPr>
            <a:xfrm>
              <a:off x="1123725" y="4163375"/>
              <a:ext cx="39975" cy="39975"/>
            </a:xfrm>
            <a:custGeom>
              <a:avLst/>
              <a:gdLst/>
              <a:ahLst/>
              <a:cxnLst/>
              <a:rect l="l" t="t" r="r" b="b"/>
              <a:pathLst>
                <a:path w="1599" h="1599" extrusionOk="0">
                  <a:moveTo>
                    <a:pt x="800" y="1"/>
                  </a:moveTo>
                  <a:cubicBezTo>
                    <a:pt x="343" y="1"/>
                    <a:pt x="1" y="343"/>
                    <a:pt x="1" y="799"/>
                  </a:cubicBezTo>
                  <a:cubicBezTo>
                    <a:pt x="1" y="1233"/>
                    <a:pt x="343" y="1598"/>
                    <a:pt x="800" y="1598"/>
                  </a:cubicBezTo>
                  <a:cubicBezTo>
                    <a:pt x="1233" y="1598"/>
                    <a:pt x="1599" y="1233"/>
                    <a:pt x="1599" y="799"/>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6" name="Google Shape;1266;p14"/>
            <p:cNvSpPr/>
            <p:nvPr/>
          </p:nvSpPr>
          <p:spPr>
            <a:xfrm>
              <a:off x="1393075" y="4882950"/>
              <a:ext cx="25" cy="428000"/>
            </a:xfrm>
            <a:custGeom>
              <a:avLst/>
              <a:gdLst/>
              <a:ahLst/>
              <a:cxnLst/>
              <a:rect l="l" t="t" r="r" b="b"/>
              <a:pathLst>
                <a:path w="1" h="17120" fill="none" extrusionOk="0">
                  <a:moveTo>
                    <a:pt x="0" y="17119"/>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7" name="Google Shape;1267;p14"/>
            <p:cNvSpPr/>
            <p:nvPr/>
          </p:nvSpPr>
          <p:spPr>
            <a:xfrm>
              <a:off x="1373100" y="4864125"/>
              <a:ext cx="39975" cy="39950"/>
            </a:xfrm>
            <a:custGeom>
              <a:avLst/>
              <a:gdLst/>
              <a:ahLst/>
              <a:cxnLst/>
              <a:rect l="l" t="t" r="r" b="b"/>
              <a:pathLst>
                <a:path w="1599" h="1598" extrusionOk="0">
                  <a:moveTo>
                    <a:pt x="799" y="0"/>
                  </a:moveTo>
                  <a:cubicBezTo>
                    <a:pt x="343" y="0"/>
                    <a:pt x="1" y="365"/>
                    <a:pt x="1" y="799"/>
                  </a:cubicBezTo>
                  <a:cubicBezTo>
                    <a:pt x="1" y="1233"/>
                    <a:pt x="343" y="1598"/>
                    <a:pt x="799" y="1598"/>
                  </a:cubicBezTo>
                  <a:cubicBezTo>
                    <a:pt x="1233" y="1598"/>
                    <a:pt x="1598" y="1233"/>
                    <a:pt x="1598" y="799"/>
                  </a:cubicBezTo>
                  <a:cubicBezTo>
                    <a:pt x="1598" y="365"/>
                    <a:pt x="1233"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8" name="Google Shape;1268;p14"/>
            <p:cNvSpPr/>
            <p:nvPr/>
          </p:nvSpPr>
          <p:spPr>
            <a:xfrm>
              <a:off x="1714900" y="4922900"/>
              <a:ext cx="164375" cy="388050"/>
            </a:xfrm>
            <a:custGeom>
              <a:avLst/>
              <a:gdLst/>
              <a:ahLst/>
              <a:cxnLst/>
              <a:rect l="l" t="t" r="r" b="b"/>
              <a:pathLst>
                <a:path w="6575" h="15522" fill="none" extrusionOk="0">
                  <a:moveTo>
                    <a:pt x="6575" y="15521"/>
                  </a:moveTo>
                  <a:lnTo>
                    <a:pt x="6575" y="6574"/>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69" name="Google Shape;1269;p14"/>
            <p:cNvSpPr/>
            <p:nvPr/>
          </p:nvSpPr>
          <p:spPr>
            <a:xfrm>
              <a:off x="1693800" y="4903475"/>
              <a:ext cx="43950" cy="40275"/>
            </a:xfrm>
            <a:custGeom>
              <a:avLst/>
              <a:gdLst/>
              <a:ahLst/>
              <a:cxnLst/>
              <a:rect l="l" t="t" r="r" b="b"/>
              <a:pathLst>
                <a:path w="1758" h="1611" extrusionOk="0">
                  <a:moveTo>
                    <a:pt x="868" y="1"/>
                  </a:moveTo>
                  <a:cubicBezTo>
                    <a:pt x="662" y="1"/>
                    <a:pt x="457" y="92"/>
                    <a:pt x="297" y="252"/>
                  </a:cubicBezTo>
                  <a:cubicBezTo>
                    <a:pt x="0" y="549"/>
                    <a:pt x="0" y="1074"/>
                    <a:pt x="297" y="1370"/>
                  </a:cubicBezTo>
                  <a:cubicBezTo>
                    <a:pt x="457" y="1530"/>
                    <a:pt x="662" y="1610"/>
                    <a:pt x="868" y="1610"/>
                  </a:cubicBezTo>
                  <a:cubicBezTo>
                    <a:pt x="1073" y="1610"/>
                    <a:pt x="1279" y="1530"/>
                    <a:pt x="1438" y="1370"/>
                  </a:cubicBezTo>
                  <a:cubicBezTo>
                    <a:pt x="1758" y="1074"/>
                    <a:pt x="1758" y="549"/>
                    <a:pt x="1438" y="252"/>
                  </a:cubicBezTo>
                  <a:cubicBezTo>
                    <a:pt x="1279" y="92"/>
                    <a:pt x="1073" y="1"/>
                    <a:pt x="86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270" name="Google Shape;1270;p14"/>
          <p:cNvSpPr txBox="1"/>
          <p:nvPr>
            <p:ph type="title"/>
          </p:nvPr>
        </p:nvSpPr>
        <p:spPr>
          <a:xfrm>
            <a:off x="720000" y="461875"/>
            <a:ext cx="7704000" cy="488400"/>
          </a:xfrm>
          <a:prstGeom prst="rect">
            <a:avLst/>
          </a:prstGeom>
        </p:spPr>
        <p:txBody>
          <a:bodyPr spcFirstLastPara="1" wrap="square" lIns="0" tIns="0" rIns="0" bIns="0" anchor="t" anchorCtr="0">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71" name="Google Shape;1271;p14"/>
          <p:cNvSpPr txBox="1"/>
          <p:nvPr>
            <p:ph type="subTitle" idx="1"/>
          </p:nvPr>
        </p:nvSpPr>
        <p:spPr>
          <a:xfrm>
            <a:off x="719988" y="3728592"/>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272" name="Google Shape;1272;p14"/>
          <p:cNvSpPr txBox="1"/>
          <p:nvPr>
            <p:ph type="title" idx="2"/>
          </p:nvPr>
        </p:nvSpPr>
        <p:spPr>
          <a:xfrm>
            <a:off x="720000" y="2868050"/>
            <a:ext cx="911400" cy="6453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273" name="Google Shape;1273;p14"/>
          <p:cNvSpPr txBox="1"/>
          <p:nvPr>
            <p:ph type="title" idx="3" hasCustomPrompt="1"/>
          </p:nvPr>
        </p:nvSpPr>
        <p:spPr>
          <a:xfrm>
            <a:off x="878350" y="1768675"/>
            <a:ext cx="584700" cy="5817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274" name="Google Shape;1274;p14"/>
          <p:cNvSpPr txBox="1"/>
          <p:nvPr>
            <p:ph type="subTitle" idx="4"/>
          </p:nvPr>
        </p:nvSpPr>
        <p:spPr>
          <a:xfrm>
            <a:off x="3666713" y="3728575"/>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275" name="Google Shape;1275;p14"/>
          <p:cNvSpPr txBox="1"/>
          <p:nvPr>
            <p:ph type="title" idx="5"/>
          </p:nvPr>
        </p:nvSpPr>
        <p:spPr>
          <a:xfrm>
            <a:off x="3666725" y="2868050"/>
            <a:ext cx="911400" cy="6453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276" name="Google Shape;1276;p14"/>
          <p:cNvSpPr txBox="1"/>
          <p:nvPr>
            <p:ph type="title" idx="6" hasCustomPrompt="1"/>
          </p:nvPr>
        </p:nvSpPr>
        <p:spPr>
          <a:xfrm>
            <a:off x="3828350" y="1768675"/>
            <a:ext cx="584700" cy="5817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277" name="Google Shape;1277;p14"/>
          <p:cNvSpPr txBox="1"/>
          <p:nvPr>
            <p:ph type="subTitle" idx="7"/>
          </p:nvPr>
        </p:nvSpPr>
        <p:spPr>
          <a:xfrm>
            <a:off x="6672288" y="3728575"/>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278" name="Google Shape;1278;p14"/>
          <p:cNvSpPr txBox="1"/>
          <p:nvPr>
            <p:ph type="title" idx="8"/>
          </p:nvPr>
        </p:nvSpPr>
        <p:spPr>
          <a:xfrm>
            <a:off x="6672300" y="2868050"/>
            <a:ext cx="911400" cy="6453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279" name="Google Shape;1279;p14"/>
          <p:cNvSpPr txBox="1"/>
          <p:nvPr>
            <p:ph type="title" idx="9" hasCustomPrompt="1"/>
          </p:nvPr>
        </p:nvSpPr>
        <p:spPr>
          <a:xfrm>
            <a:off x="6832500" y="1768675"/>
            <a:ext cx="584700" cy="581700"/>
          </a:xfrm>
          <a:prstGeom prst="rect">
            <a:avLst/>
          </a:prstGeom>
        </p:spPr>
        <p:txBody>
          <a:bodyPr spcFirstLastPara="1" wrap="square" lIns="0" tIns="0" rIns="0" bIns="0" anchor="ctr" anchorCtr="0">
            <a:noAutofit/>
          </a:bodyPr>
          <a:lstStyle>
            <a:lvl1pPr lvl="0" algn="ctr" rtl="0">
              <a:spcBef>
                <a:spcPts val="0"/>
              </a:spcBef>
              <a:spcAft>
                <a:spcPts val="0"/>
              </a:spcAft>
              <a:buSzPts val="3000"/>
              <a:buNone/>
              <a:defRPr>
                <a:solidFill>
                  <a:schemeClr val="dk1"/>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280" name="Google Shape;1280;p14"/>
          <p:cNvSpPr/>
          <p:nvPr/>
        </p:nvSpPr>
        <p:spPr>
          <a:xfrm rot="5400000">
            <a:off x="8495108" y="-71091"/>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1" name="Google Shape;1281;p14"/>
          <p:cNvSpPr/>
          <p:nvPr/>
        </p:nvSpPr>
        <p:spPr>
          <a:xfrm rot="5400000">
            <a:off x="8496650" y="75727"/>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2" name="Google Shape;1282;p14"/>
          <p:cNvSpPr/>
          <p:nvPr/>
        </p:nvSpPr>
        <p:spPr>
          <a:xfrm rot="5400000">
            <a:off x="8495108" y="222546"/>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3" name="Google Shape;1283;p14"/>
          <p:cNvSpPr/>
          <p:nvPr/>
        </p:nvSpPr>
        <p:spPr>
          <a:xfrm rot="5400000">
            <a:off x="8496650" y="369365"/>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4" name="Google Shape;1284;p14"/>
          <p:cNvSpPr/>
          <p:nvPr/>
        </p:nvSpPr>
        <p:spPr>
          <a:xfrm rot="5400000">
            <a:off x="8495108" y="516183"/>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5" name="Google Shape;1285;p14"/>
          <p:cNvSpPr/>
          <p:nvPr/>
        </p:nvSpPr>
        <p:spPr>
          <a:xfrm rot="5400000">
            <a:off x="8496650" y="66300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Four Columns">
  <p:cSld name="CUSTOM_2">
    <p:spTree>
      <p:nvGrpSpPr>
        <p:cNvPr id="1286" name="Shape 1286"/>
        <p:cNvGrpSpPr/>
        <p:nvPr/>
      </p:nvGrpSpPr>
      <p:grpSpPr>
        <a:xfrm>
          <a:off x="0" y="0"/>
          <a:ext cx="0" cy="0"/>
          <a:chOff x="0" y="0"/>
          <a:chExt cx="0" cy="0"/>
        </a:xfrm>
      </p:grpSpPr>
      <p:grpSp>
        <p:nvGrpSpPr>
          <p:cNvPr id="1287" name="Google Shape;1287;p15"/>
          <p:cNvGrpSpPr/>
          <p:nvPr/>
        </p:nvGrpSpPr>
        <p:grpSpPr>
          <a:xfrm>
            <a:off x="2019110" y="-2483486"/>
            <a:ext cx="7884219" cy="3433770"/>
            <a:chOff x="24125" y="294775"/>
            <a:chExt cx="7767703" cy="3383025"/>
          </a:xfrm>
        </p:grpSpPr>
        <p:sp>
          <p:nvSpPr>
            <p:cNvPr id="1288" name="Google Shape;1288;p15"/>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89" name="Google Shape;1289;p15"/>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0" name="Google Shape;1290;p15"/>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1" name="Google Shape;1291;p15"/>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2" name="Google Shape;1292;p15"/>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3" name="Google Shape;1293;p15"/>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4" name="Google Shape;1294;p15"/>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5" name="Google Shape;1295;p15"/>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6" name="Google Shape;1296;p15"/>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7" name="Google Shape;1297;p15"/>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8" name="Google Shape;1298;p15"/>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299" name="Google Shape;1299;p15"/>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0" name="Google Shape;1300;p15"/>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1" name="Google Shape;1301;p15"/>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2" name="Google Shape;1302;p15"/>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3" name="Google Shape;1303;p15"/>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4" name="Google Shape;1304;p15"/>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5" name="Google Shape;1305;p15"/>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6" name="Google Shape;1306;p15"/>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7" name="Google Shape;1307;p15"/>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8" name="Google Shape;1308;p15"/>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09" name="Google Shape;1309;p15"/>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0" name="Google Shape;1310;p15"/>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1" name="Google Shape;1311;p15"/>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2" name="Google Shape;1312;p15"/>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3" name="Google Shape;1313;p15"/>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4" name="Google Shape;1314;p15"/>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5" name="Google Shape;1315;p15"/>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6" name="Google Shape;1316;p15"/>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7" name="Google Shape;1317;p15"/>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8" name="Google Shape;1318;p15"/>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19" name="Google Shape;1319;p15"/>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0" name="Google Shape;1320;p15"/>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1" name="Google Shape;1321;p15"/>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2" name="Google Shape;1322;p15"/>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3" name="Google Shape;1323;p15"/>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4" name="Google Shape;1324;p15"/>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5" name="Google Shape;1325;p15"/>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6" name="Google Shape;1326;p15"/>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7" name="Google Shape;1327;p15"/>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8" name="Google Shape;1328;p15"/>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29" name="Google Shape;1329;p15"/>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0" name="Google Shape;1330;p15"/>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1" name="Google Shape;1331;p15"/>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2" name="Google Shape;1332;p15"/>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3" name="Google Shape;1333;p15"/>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4" name="Google Shape;1334;p15"/>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5" name="Google Shape;1335;p15"/>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6" name="Google Shape;1336;p15"/>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7" name="Google Shape;1337;p15"/>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8" name="Google Shape;1338;p15"/>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39" name="Google Shape;1339;p15"/>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0" name="Google Shape;1340;p15"/>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1" name="Google Shape;1341;p15"/>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2" name="Google Shape;1342;p15"/>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3" name="Google Shape;1343;p15"/>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4" name="Google Shape;1344;p15"/>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5" name="Google Shape;1345;p15"/>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6" name="Google Shape;1346;p15"/>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7" name="Google Shape;1347;p15"/>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8" name="Google Shape;1348;p15"/>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49" name="Google Shape;1349;p15"/>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0" name="Google Shape;1350;p15"/>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1" name="Google Shape;1351;p15"/>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2" name="Google Shape;1352;p15"/>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3" name="Google Shape;1353;p15"/>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4" name="Google Shape;1354;p15"/>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5" name="Google Shape;1355;p15"/>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6" name="Google Shape;1356;p15"/>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7" name="Google Shape;1357;p15"/>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8" name="Google Shape;1358;p15"/>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59" name="Google Shape;1359;p15"/>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0" name="Google Shape;1360;p15"/>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1" name="Google Shape;1361;p15"/>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2" name="Google Shape;1362;p15"/>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3" name="Google Shape;1363;p15"/>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4" name="Google Shape;1364;p15"/>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5" name="Google Shape;1365;p15"/>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6" name="Google Shape;1366;p15"/>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7" name="Google Shape;1367;p15"/>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8" name="Google Shape;1368;p15"/>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69" name="Google Shape;1369;p15"/>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0" name="Google Shape;1370;p15"/>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1" name="Google Shape;1371;p15"/>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2" name="Google Shape;1372;p15"/>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3" name="Google Shape;1373;p15"/>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4" name="Google Shape;1374;p15"/>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5" name="Google Shape;1375;p15"/>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6" name="Google Shape;1376;p15"/>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7" name="Google Shape;1377;p15"/>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8" name="Google Shape;1378;p15"/>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79" name="Google Shape;1379;p15"/>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0" name="Google Shape;1380;p15"/>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1" name="Google Shape;1381;p15"/>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382" name="Google Shape;1382;p15"/>
          <p:cNvGrpSpPr/>
          <p:nvPr/>
        </p:nvGrpSpPr>
        <p:grpSpPr>
          <a:xfrm rot="5400000">
            <a:off x="674625" y="3321200"/>
            <a:ext cx="979800" cy="3475150"/>
            <a:chOff x="327125" y="2375600"/>
            <a:chExt cx="979800" cy="3475150"/>
          </a:xfrm>
        </p:grpSpPr>
        <p:sp>
          <p:nvSpPr>
            <p:cNvPr id="1383" name="Google Shape;1383;p15"/>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4" name="Google Shape;1384;p15"/>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5" name="Google Shape;1385;p15"/>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6" name="Google Shape;1386;p15"/>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7" name="Google Shape;1387;p15"/>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8" name="Google Shape;1388;p15"/>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89" name="Google Shape;1389;p15"/>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0" name="Google Shape;1390;p15"/>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1" name="Google Shape;1391;p15"/>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2" name="Google Shape;1392;p15"/>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3" name="Google Shape;1393;p15"/>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4" name="Google Shape;1394;p15"/>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5" name="Google Shape;1395;p15"/>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6" name="Google Shape;1396;p15"/>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397" name="Google Shape;1397;p15"/>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398" name="Google Shape;1398;p15"/>
          <p:cNvSpPr txBox="1"/>
          <p:nvPr>
            <p:ph type="title"/>
          </p:nvPr>
        </p:nvSpPr>
        <p:spPr>
          <a:xfrm>
            <a:off x="720000" y="461875"/>
            <a:ext cx="7704000" cy="488400"/>
          </a:xfrm>
          <a:prstGeom prst="rect">
            <a:avLst/>
          </a:prstGeom>
        </p:spPr>
        <p:txBody>
          <a:bodyPr spcFirstLastPara="1" wrap="square" lIns="0" tIns="0" rIns="0" bIns="0" anchor="t" anchorCtr="0">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99" name="Google Shape;1399;p15"/>
          <p:cNvSpPr txBox="1"/>
          <p:nvPr>
            <p:ph type="subTitle" idx="1"/>
          </p:nvPr>
        </p:nvSpPr>
        <p:spPr>
          <a:xfrm>
            <a:off x="719994" y="2088317"/>
            <a:ext cx="1751700" cy="645300"/>
          </a:xfrm>
          <a:prstGeom prst="rect">
            <a:avLst/>
          </a:prstGeom>
        </p:spPr>
        <p:txBody>
          <a:bodyPr spcFirstLastPara="1" wrap="square" lIns="0" tIns="0" rIns="0" bIns="0" anchor="ctr" anchorCtr="0">
            <a:noAutofit/>
          </a:bodyPr>
          <a:lstStyle>
            <a:lvl1pPr lvl="0" algn="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400" name="Google Shape;1400;p15"/>
          <p:cNvSpPr txBox="1"/>
          <p:nvPr>
            <p:ph type="title" idx="2"/>
          </p:nvPr>
        </p:nvSpPr>
        <p:spPr>
          <a:xfrm>
            <a:off x="720000" y="1607275"/>
            <a:ext cx="1751700" cy="316800"/>
          </a:xfrm>
          <a:prstGeom prst="rect">
            <a:avLst/>
          </a:prstGeom>
        </p:spPr>
        <p:txBody>
          <a:bodyPr spcFirstLastPara="1" wrap="square" lIns="0" tIns="0" rIns="0" bIns="0" anchor="ctr" anchorCtr="0">
            <a:noAutofit/>
          </a:bodyPr>
          <a:lstStyle>
            <a:lvl1pPr lvl="0" algn="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p:txBody>
      </p:sp>
      <p:sp>
        <p:nvSpPr>
          <p:cNvPr id="1401" name="Google Shape;1401;p15"/>
          <p:cNvSpPr txBox="1"/>
          <p:nvPr>
            <p:ph type="subTitle" idx="3"/>
          </p:nvPr>
        </p:nvSpPr>
        <p:spPr>
          <a:xfrm>
            <a:off x="719994" y="3626192"/>
            <a:ext cx="1751700" cy="645300"/>
          </a:xfrm>
          <a:prstGeom prst="rect">
            <a:avLst/>
          </a:prstGeom>
        </p:spPr>
        <p:txBody>
          <a:bodyPr spcFirstLastPara="1" wrap="square" lIns="0" tIns="0" rIns="0" bIns="0" anchor="ctr" anchorCtr="0">
            <a:noAutofit/>
          </a:bodyPr>
          <a:lstStyle>
            <a:lvl1pPr lvl="0" algn="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402" name="Google Shape;1402;p15"/>
          <p:cNvSpPr txBox="1"/>
          <p:nvPr>
            <p:ph type="title" idx="4"/>
          </p:nvPr>
        </p:nvSpPr>
        <p:spPr>
          <a:xfrm>
            <a:off x="720000" y="3145150"/>
            <a:ext cx="1751700" cy="316800"/>
          </a:xfrm>
          <a:prstGeom prst="rect">
            <a:avLst/>
          </a:prstGeom>
        </p:spPr>
        <p:txBody>
          <a:bodyPr spcFirstLastPara="1" wrap="square" lIns="0" tIns="0" rIns="0" bIns="0" anchor="ctr" anchorCtr="0">
            <a:noAutofit/>
          </a:bodyPr>
          <a:lstStyle>
            <a:lvl1pPr lvl="0" algn="r"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p:txBody>
      </p:sp>
      <p:sp>
        <p:nvSpPr>
          <p:cNvPr id="1403" name="Google Shape;1403;p15"/>
          <p:cNvSpPr txBox="1"/>
          <p:nvPr>
            <p:ph type="subTitle" idx="5"/>
          </p:nvPr>
        </p:nvSpPr>
        <p:spPr>
          <a:xfrm>
            <a:off x="6672294" y="2088317"/>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404" name="Google Shape;1404;p15"/>
          <p:cNvSpPr txBox="1"/>
          <p:nvPr>
            <p:ph type="title" idx="6"/>
          </p:nvPr>
        </p:nvSpPr>
        <p:spPr>
          <a:xfrm>
            <a:off x="6672300" y="1607275"/>
            <a:ext cx="1751700" cy="3168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p:txBody>
      </p:sp>
      <p:sp>
        <p:nvSpPr>
          <p:cNvPr id="1405" name="Google Shape;1405;p15"/>
          <p:cNvSpPr txBox="1"/>
          <p:nvPr>
            <p:ph type="subTitle" idx="7"/>
          </p:nvPr>
        </p:nvSpPr>
        <p:spPr>
          <a:xfrm>
            <a:off x="6672294" y="3626192"/>
            <a:ext cx="1751700" cy="645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406" name="Google Shape;1406;p15"/>
          <p:cNvSpPr txBox="1"/>
          <p:nvPr>
            <p:ph type="title" idx="8"/>
          </p:nvPr>
        </p:nvSpPr>
        <p:spPr>
          <a:xfrm>
            <a:off x="6672300" y="3145150"/>
            <a:ext cx="1751700" cy="3168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cSld name="CUSTOM_3">
    <p:spTree>
      <p:nvGrpSpPr>
        <p:cNvPr id="1407" name="Shape 1407"/>
        <p:cNvGrpSpPr/>
        <p:nvPr/>
      </p:nvGrpSpPr>
      <p:grpSpPr>
        <a:xfrm>
          <a:off x="0" y="0"/>
          <a:ext cx="0" cy="0"/>
          <a:chOff x="0" y="0"/>
          <a:chExt cx="0" cy="0"/>
        </a:xfrm>
      </p:grpSpPr>
      <p:sp>
        <p:nvSpPr>
          <p:cNvPr id="1408" name="Google Shape;1408;p16"/>
          <p:cNvSpPr txBox="1"/>
          <p:nvPr>
            <p:ph type="subTitle" idx="1"/>
          </p:nvPr>
        </p:nvSpPr>
        <p:spPr>
          <a:xfrm>
            <a:off x="2400600" y="2067413"/>
            <a:ext cx="4342800" cy="11352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sz="2000"/>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409" name="Google Shape;1409;p16"/>
          <p:cNvSpPr txBox="1"/>
          <p:nvPr>
            <p:ph type="title"/>
          </p:nvPr>
        </p:nvSpPr>
        <p:spPr>
          <a:xfrm>
            <a:off x="2400450" y="3332738"/>
            <a:ext cx="4342800" cy="316800"/>
          </a:xfrm>
          <a:prstGeom prst="rect">
            <a:avLst/>
          </a:prstGeom>
        </p:spPr>
        <p:txBody>
          <a:bodyPr spcFirstLastPara="1" wrap="square" lIns="0" tIns="0" rIns="0" bIns="0" anchor="ctr" anchorCtr="0">
            <a:noAutofit/>
          </a:bodyPr>
          <a:lstStyle>
            <a:lvl1pPr lvl="0" algn="r" rtl="0">
              <a:spcBef>
                <a:spcPts val="0"/>
              </a:spcBef>
              <a:spcAft>
                <a:spcPts val="0"/>
              </a:spcAft>
              <a:buSzPts val="2400"/>
              <a:buNone/>
              <a:defRPr sz="20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p:txBody>
      </p:sp>
      <p:grpSp>
        <p:nvGrpSpPr>
          <p:cNvPr id="1410" name="Google Shape;1410;p16"/>
          <p:cNvGrpSpPr/>
          <p:nvPr/>
        </p:nvGrpSpPr>
        <p:grpSpPr>
          <a:xfrm>
            <a:off x="730516" y="4568877"/>
            <a:ext cx="1032712" cy="157579"/>
            <a:chOff x="1675453" y="-1233273"/>
            <a:chExt cx="1032712" cy="157579"/>
          </a:xfrm>
        </p:grpSpPr>
        <p:sp>
          <p:nvSpPr>
            <p:cNvPr id="1411" name="Google Shape;1411;p16"/>
            <p:cNvSpPr/>
            <p:nvPr/>
          </p:nvSpPr>
          <p:spPr>
            <a:xfrm flipH="1">
              <a:off x="2562766" y="-1233273"/>
              <a:ext cx="145399" cy="157579"/>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2" name="Google Shape;1412;p16"/>
            <p:cNvSpPr/>
            <p:nvPr/>
          </p:nvSpPr>
          <p:spPr>
            <a:xfrm flipH="1">
              <a:off x="2473573" y="-1233273"/>
              <a:ext cx="145982" cy="157579"/>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3" name="Google Shape;1413;p16"/>
            <p:cNvSpPr/>
            <p:nvPr/>
          </p:nvSpPr>
          <p:spPr>
            <a:xfrm flipH="1">
              <a:off x="2384964" y="-1233273"/>
              <a:ext cx="145982" cy="157579"/>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4" name="Google Shape;1414;p16"/>
            <p:cNvSpPr/>
            <p:nvPr/>
          </p:nvSpPr>
          <p:spPr>
            <a:xfrm flipH="1">
              <a:off x="2296354" y="-1233273"/>
              <a:ext cx="145982" cy="157579"/>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5" name="Google Shape;1415;p16"/>
            <p:cNvSpPr/>
            <p:nvPr/>
          </p:nvSpPr>
          <p:spPr>
            <a:xfrm flipH="1">
              <a:off x="2207719" y="-1233273"/>
              <a:ext cx="145982" cy="157579"/>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6" name="Google Shape;1416;p16"/>
            <p:cNvSpPr/>
            <p:nvPr/>
          </p:nvSpPr>
          <p:spPr>
            <a:xfrm flipH="1">
              <a:off x="2119110" y="-1233273"/>
              <a:ext cx="145982" cy="157579"/>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7" name="Google Shape;1417;p16"/>
            <p:cNvSpPr/>
            <p:nvPr/>
          </p:nvSpPr>
          <p:spPr>
            <a:xfrm flipH="1">
              <a:off x="2030500" y="-1233273"/>
              <a:ext cx="145982" cy="157579"/>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8" name="Google Shape;1418;p16"/>
            <p:cNvSpPr/>
            <p:nvPr/>
          </p:nvSpPr>
          <p:spPr>
            <a:xfrm flipH="1">
              <a:off x="1941891" y="-1233273"/>
              <a:ext cx="145399" cy="157579"/>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19" name="Google Shape;1419;p16"/>
            <p:cNvSpPr/>
            <p:nvPr/>
          </p:nvSpPr>
          <p:spPr>
            <a:xfrm flipH="1">
              <a:off x="1853256" y="-1233273"/>
              <a:ext cx="145399" cy="157579"/>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0" name="Google Shape;1420;p16"/>
            <p:cNvSpPr/>
            <p:nvPr/>
          </p:nvSpPr>
          <p:spPr>
            <a:xfrm flipH="1">
              <a:off x="1764063" y="-1233273"/>
              <a:ext cx="145982" cy="157579"/>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1" name="Google Shape;1421;p16"/>
            <p:cNvSpPr/>
            <p:nvPr/>
          </p:nvSpPr>
          <p:spPr>
            <a:xfrm flipH="1">
              <a:off x="1675453" y="-1233273"/>
              <a:ext cx="145982" cy="157579"/>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22" name="Google Shape;1422;p16"/>
          <p:cNvGrpSpPr/>
          <p:nvPr/>
        </p:nvGrpSpPr>
        <p:grpSpPr>
          <a:xfrm>
            <a:off x="8757750" y="2728975"/>
            <a:ext cx="1552150" cy="3475150"/>
            <a:chOff x="327125" y="2375600"/>
            <a:chExt cx="1552150" cy="3475150"/>
          </a:xfrm>
        </p:grpSpPr>
        <p:sp>
          <p:nvSpPr>
            <p:cNvPr id="1423" name="Google Shape;1423;p16"/>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4" name="Google Shape;1424;p16"/>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5" name="Google Shape;1425;p16"/>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6" name="Google Shape;1426;p16"/>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7" name="Google Shape;1427;p16"/>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8" name="Google Shape;1428;p16"/>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29" name="Google Shape;1429;p16"/>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0" name="Google Shape;1430;p16"/>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1" name="Google Shape;1431;p16"/>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2" name="Google Shape;1432;p16"/>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3" name="Google Shape;1433;p16"/>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4" name="Google Shape;1434;p16"/>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5" name="Google Shape;1435;p16"/>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6" name="Google Shape;1436;p16"/>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7" name="Google Shape;1437;p16"/>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8" name="Google Shape;1438;p16"/>
            <p:cNvSpPr/>
            <p:nvPr/>
          </p:nvSpPr>
          <p:spPr>
            <a:xfrm>
              <a:off x="969100" y="4182200"/>
              <a:ext cx="174625" cy="556975"/>
            </a:xfrm>
            <a:custGeom>
              <a:avLst/>
              <a:gdLst/>
              <a:ahLst/>
              <a:cxnLst/>
              <a:rect l="l" t="t" r="r" b="b"/>
              <a:pathLst>
                <a:path w="6985" h="22279" fill="none" extrusionOk="0">
                  <a:moveTo>
                    <a:pt x="0" y="22278"/>
                  </a:moveTo>
                  <a:lnTo>
                    <a:pt x="6985" y="15294"/>
                  </a:lnTo>
                  <a:lnTo>
                    <a:pt x="6985"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39" name="Google Shape;1439;p16"/>
            <p:cNvSpPr/>
            <p:nvPr/>
          </p:nvSpPr>
          <p:spPr>
            <a:xfrm>
              <a:off x="1123725" y="4163375"/>
              <a:ext cx="39975" cy="39975"/>
            </a:xfrm>
            <a:custGeom>
              <a:avLst/>
              <a:gdLst/>
              <a:ahLst/>
              <a:cxnLst/>
              <a:rect l="l" t="t" r="r" b="b"/>
              <a:pathLst>
                <a:path w="1599" h="1599" extrusionOk="0">
                  <a:moveTo>
                    <a:pt x="800" y="1"/>
                  </a:moveTo>
                  <a:cubicBezTo>
                    <a:pt x="343" y="1"/>
                    <a:pt x="1" y="343"/>
                    <a:pt x="1" y="799"/>
                  </a:cubicBezTo>
                  <a:cubicBezTo>
                    <a:pt x="1" y="1233"/>
                    <a:pt x="343" y="1598"/>
                    <a:pt x="800" y="1598"/>
                  </a:cubicBezTo>
                  <a:cubicBezTo>
                    <a:pt x="1233" y="1598"/>
                    <a:pt x="1599" y="1233"/>
                    <a:pt x="1599" y="799"/>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0" name="Google Shape;1440;p16"/>
            <p:cNvSpPr/>
            <p:nvPr/>
          </p:nvSpPr>
          <p:spPr>
            <a:xfrm>
              <a:off x="1393075" y="4882950"/>
              <a:ext cx="25" cy="428000"/>
            </a:xfrm>
            <a:custGeom>
              <a:avLst/>
              <a:gdLst/>
              <a:ahLst/>
              <a:cxnLst/>
              <a:rect l="l" t="t" r="r" b="b"/>
              <a:pathLst>
                <a:path w="1" h="17120" fill="none" extrusionOk="0">
                  <a:moveTo>
                    <a:pt x="0" y="17119"/>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1" name="Google Shape;1441;p16"/>
            <p:cNvSpPr/>
            <p:nvPr/>
          </p:nvSpPr>
          <p:spPr>
            <a:xfrm>
              <a:off x="1373100" y="4864125"/>
              <a:ext cx="39975" cy="39950"/>
            </a:xfrm>
            <a:custGeom>
              <a:avLst/>
              <a:gdLst/>
              <a:ahLst/>
              <a:cxnLst/>
              <a:rect l="l" t="t" r="r" b="b"/>
              <a:pathLst>
                <a:path w="1599" h="1598" extrusionOk="0">
                  <a:moveTo>
                    <a:pt x="799" y="0"/>
                  </a:moveTo>
                  <a:cubicBezTo>
                    <a:pt x="343" y="0"/>
                    <a:pt x="1" y="365"/>
                    <a:pt x="1" y="799"/>
                  </a:cubicBezTo>
                  <a:cubicBezTo>
                    <a:pt x="1" y="1233"/>
                    <a:pt x="343" y="1598"/>
                    <a:pt x="799" y="1598"/>
                  </a:cubicBezTo>
                  <a:cubicBezTo>
                    <a:pt x="1233" y="1598"/>
                    <a:pt x="1598" y="1233"/>
                    <a:pt x="1598" y="799"/>
                  </a:cubicBezTo>
                  <a:cubicBezTo>
                    <a:pt x="1598" y="365"/>
                    <a:pt x="1233"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2" name="Google Shape;1442;p16"/>
            <p:cNvSpPr/>
            <p:nvPr/>
          </p:nvSpPr>
          <p:spPr>
            <a:xfrm>
              <a:off x="1714900" y="4922900"/>
              <a:ext cx="164375" cy="388050"/>
            </a:xfrm>
            <a:custGeom>
              <a:avLst/>
              <a:gdLst/>
              <a:ahLst/>
              <a:cxnLst/>
              <a:rect l="l" t="t" r="r" b="b"/>
              <a:pathLst>
                <a:path w="6575" h="15522" fill="none" extrusionOk="0">
                  <a:moveTo>
                    <a:pt x="6575" y="15521"/>
                  </a:moveTo>
                  <a:lnTo>
                    <a:pt x="6575" y="6574"/>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3" name="Google Shape;1443;p16"/>
            <p:cNvSpPr/>
            <p:nvPr/>
          </p:nvSpPr>
          <p:spPr>
            <a:xfrm>
              <a:off x="1693800" y="4903475"/>
              <a:ext cx="43950" cy="40275"/>
            </a:xfrm>
            <a:custGeom>
              <a:avLst/>
              <a:gdLst/>
              <a:ahLst/>
              <a:cxnLst/>
              <a:rect l="l" t="t" r="r" b="b"/>
              <a:pathLst>
                <a:path w="1758" h="1611" extrusionOk="0">
                  <a:moveTo>
                    <a:pt x="868" y="1"/>
                  </a:moveTo>
                  <a:cubicBezTo>
                    <a:pt x="662" y="1"/>
                    <a:pt x="457" y="92"/>
                    <a:pt x="297" y="252"/>
                  </a:cubicBezTo>
                  <a:cubicBezTo>
                    <a:pt x="0" y="549"/>
                    <a:pt x="0" y="1074"/>
                    <a:pt x="297" y="1370"/>
                  </a:cubicBezTo>
                  <a:cubicBezTo>
                    <a:pt x="457" y="1530"/>
                    <a:pt x="662" y="1610"/>
                    <a:pt x="868" y="1610"/>
                  </a:cubicBezTo>
                  <a:cubicBezTo>
                    <a:pt x="1073" y="1610"/>
                    <a:pt x="1279" y="1530"/>
                    <a:pt x="1438" y="1370"/>
                  </a:cubicBezTo>
                  <a:cubicBezTo>
                    <a:pt x="1758" y="1074"/>
                    <a:pt x="1758" y="549"/>
                    <a:pt x="1438" y="252"/>
                  </a:cubicBezTo>
                  <a:cubicBezTo>
                    <a:pt x="1279" y="92"/>
                    <a:pt x="1073" y="1"/>
                    <a:pt x="86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444" name="Google Shape;1444;p16"/>
          <p:cNvGrpSpPr/>
          <p:nvPr/>
        </p:nvGrpSpPr>
        <p:grpSpPr>
          <a:xfrm>
            <a:off x="-274468" y="-1001015"/>
            <a:ext cx="10129998" cy="2559475"/>
            <a:chOff x="-274468" y="-1001015"/>
            <a:chExt cx="10129998" cy="2559475"/>
          </a:xfrm>
        </p:grpSpPr>
        <p:grpSp>
          <p:nvGrpSpPr>
            <p:cNvPr id="1445" name="Google Shape;1445;p16"/>
            <p:cNvGrpSpPr/>
            <p:nvPr/>
          </p:nvGrpSpPr>
          <p:grpSpPr>
            <a:xfrm>
              <a:off x="-274468" y="-1001015"/>
              <a:ext cx="7806725" cy="2559475"/>
              <a:chOff x="-274468" y="-1001015"/>
              <a:chExt cx="7806725" cy="2559475"/>
            </a:xfrm>
          </p:grpSpPr>
          <p:sp>
            <p:nvSpPr>
              <p:cNvPr id="1446" name="Google Shape;1446;p16"/>
              <p:cNvSpPr/>
              <p:nvPr/>
            </p:nvSpPr>
            <p:spPr>
              <a:xfrm flipH="1">
                <a:off x="774235" y="1064966"/>
                <a:ext cx="151184" cy="94420"/>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7" name="Google Shape;1447;p16"/>
              <p:cNvSpPr/>
              <p:nvPr/>
            </p:nvSpPr>
            <p:spPr>
              <a:xfrm flipH="1">
                <a:off x="660123" y="1064966"/>
                <a:ext cx="151768" cy="94420"/>
              </a:xfrm>
              <a:custGeom>
                <a:avLst/>
                <a:gdLst/>
                <a:ahLst/>
                <a:cxnLst/>
                <a:rect l="l" t="t" r="r" b="b"/>
                <a:pathLst>
                  <a:path w="5981" h="3721" extrusionOk="0">
                    <a:moveTo>
                      <a:pt x="0" y="0"/>
                    </a:moveTo>
                    <a:lnTo>
                      <a:pt x="3584" y="3721"/>
                    </a:lnTo>
                    <a:lnTo>
                      <a:pt x="5980"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8" name="Google Shape;1448;p16"/>
              <p:cNvSpPr/>
              <p:nvPr/>
            </p:nvSpPr>
            <p:spPr>
              <a:xfrm flipH="1">
                <a:off x="546596" y="1064966"/>
                <a:ext cx="151210" cy="94420"/>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49" name="Google Shape;1449;p16"/>
              <p:cNvSpPr/>
              <p:nvPr/>
            </p:nvSpPr>
            <p:spPr>
              <a:xfrm flipH="1">
                <a:off x="433093" y="1064966"/>
                <a:ext cx="151184" cy="94420"/>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0" name="Google Shape;1450;p16"/>
              <p:cNvSpPr/>
              <p:nvPr/>
            </p:nvSpPr>
            <p:spPr>
              <a:xfrm flipH="1">
                <a:off x="318982" y="1064966"/>
                <a:ext cx="151768" cy="94420"/>
              </a:xfrm>
              <a:custGeom>
                <a:avLst/>
                <a:gdLst/>
                <a:ahLst/>
                <a:cxnLst/>
                <a:rect l="l" t="t" r="r" b="b"/>
                <a:pathLst>
                  <a:path w="5981" h="3721" extrusionOk="0">
                    <a:moveTo>
                      <a:pt x="0" y="0"/>
                    </a:moveTo>
                    <a:lnTo>
                      <a:pt x="3607" y="3721"/>
                    </a:lnTo>
                    <a:lnTo>
                      <a:pt x="5980" y="3721"/>
                    </a:lnTo>
                    <a:lnTo>
                      <a:pt x="23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1" name="Google Shape;1451;p16"/>
              <p:cNvSpPr/>
              <p:nvPr/>
            </p:nvSpPr>
            <p:spPr>
              <a:xfrm flipH="1">
                <a:off x="205454" y="1064966"/>
                <a:ext cx="151210" cy="94420"/>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2" name="Google Shape;1452;p16"/>
              <p:cNvSpPr/>
              <p:nvPr/>
            </p:nvSpPr>
            <p:spPr>
              <a:xfrm flipH="1">
                <a:off x="91368" y="1064966"/>
                <a:ext cx="151768" cy="94420"/>
              </a:xfrm>
              <a:custGeom>
                <a:avLst/>
                <a:gdLst/>
                <a:ahLst/>
                <a:cxnLst/>
                <a:rect l="l" t="t" r="r" b="b"/>
                <a:pathLst>
                  <a:path w="5981" h="3721" extrusionOk="0">
                    <a:moveTo>
                      <a:pt x="1" y="0"/>
                    </a:moveTo>
                    <a:lnTo>
                      <a:pt x="3584" y="3721"/>
                    </a:lnTo>
                    <a:lnTo>
                      <a:pt x="5981"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3" name="Google Shape;1453;p16"/>
              <p:cNvSpPr/>
              <p:nvPr/>
            </p:nvSpPr>
            <p:spPr>
              <a:xfrm flipH="1">
                <a:off x="-274468" y="-937882"/>
                <a:ext cx="5466211" cy="1127132"/>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4" name="Google Shape;1454;p16"/>
              <p:cNvSpPr/>
              <p:nvPr/>
            </p:nvSpPr>
            <p:spPr>
              <a:xfrm flipH="1">
                <a:off x="-43602" y="-764114"/>
                <a:ext cx="6393739" cy="1984325"/>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5" name="Google Shape;1455;p16"/>
              <p:cNvSpPr/>
              <p:nvPr/>
            </p:nvSpPr>
            <p:spPr>
              <a:xfrm flipH="1">
                <a:off x="-274108" y="-170466"/>
                <a:ext cx="6252400" cy="1112085"/>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6" name="Google Shape;1456;p16"/>
              <p:cNvSpPr/>
              <p:nvPr/>
            </p:nvSpPr>
            <p:spPr>
              <a:xfrm flipH="1">
                <a:off x="-38958" y="-38389"/>
                <a:ext cx="6722117" cy="1533132"/>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7" name="Google Shape;1457;p16"/>
              <p:cNvSpPr/>
              <p:nvPr/>
            </p:nvSpPr>
            <p:spPr>
              <a:xfrm flipH="1">
                <a:off x="4070422" y="51946"/>
                <a:ext cx="3461835" cy="538686"/>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8" name="Google Shape;1458;p16"/>
              <p:cNvSpPr/>
              <p:nvPr/>
            </p:nvSpPr>
            <p:spPr>
              <a:xfrm flipH="1">
                <a:off x="1455350" y="1421739"/>
                <a:ext cx="136721" cy="136721"/>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59" name="Google Shape;1459;p16"/>
              <p:cNvSpPr/>
              <p:nvPr/>
            </p:nvSpPr>
            <p:spPr>
              <a:xfrm flipH="1">
                <a:off x="1479101" y="1445490"/>
                <a:ext cx="89218" cy="8863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0" name="Google Shape;1460;p16"/>
              <p:cNvSpPr/>
              <p:nvPr/>
            </p:nvSpPr>
            <p:spPr>
              <a:xfrm flipH="1">
                <a:off x="1995153" y="115662"/>
                <a:ext cx="136720" cy="136721"/>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1" name="Google Shape;1461;p16"/>
              <p:cNvSpPr/>
              <p:nvPr/>
            </p:nvSpPr>
            <p:spPr>
              <a:xfrm flipH="1">
                <a:off x="2018904" y="139413"/>
                <a:ext cx="89219" cy="89218"/>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2" name="Google Shape;1462;p16"/>
              <p:cNvSpPr/>
              <p:nvPr/>
            </p:nvSpPr>
            <p:spPr>
              <a:xfrm flipH="1">
                <a:off x="2737118" y="-209848"/>
                <a:ext cx="89219" cy="89219"/>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3" name="Google Shape;1463;p16"/>
              <p:cNvSpPr/>
              <p:nvPr/>
            </p:nvSpPr>
            <p:spPr>
              <a:xfrm flipH="1">
                <a:off x="394853" y="497937"/>
                <a:ext cx="89219" cy="8863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4" name="Google Shape;1464;p16"/>
              <p:cNvSpPr/>
              <p:nvPr/>
            </p:nvSpPr>
            <p:spPr>
              <a:xfrm flipH="1">
                <a:off x="3942405" y="449267"/>
                <a:ext cx="136721" cy="136721"/>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5" name="Google Shape;1465;p16"/>
              <p:cNvSpPr/>
              <p:nvPr/>
            </p:nvSpPr>
            <p:spPr>
              <a:xfrm flipH="1">
                <a:off x="3966156" y="473018"/>
                <a:ext cx="89218" cy="89219"/>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6" name="Google Shape;1466;p16"/>
              <p:cNvSpPr/>
              <p:nvPr/>
            </p:nvSpPr>
            <p:spPr>
              <a:xfrm flipH="1">
                <a:off x="5181872" y="-1001015"/>
                <a:ext cx="136721" cy="136721"/>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7" name="Google Shape;1467;p16"/>
              <p:cNvSpPr/>
              <p:nvPr/>
            </p:nvSpPr>
            <p:spPr>
              <a:xfrm flipH="1">
                <a:off x="5206207" y="-977264"/>
                <a:ext cx="88635" cy="89218"/>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8" name="Google Shape;1468;p16"/>
              <p:cNvSpPr/>
              <p:nvPr/>
            </p:nvSpPr>
            <p:spPr>
              <a:xfrm flipH="1">
                <a:off x="4591117" y="-986526"/>
                <a:ext cx="107742" cy="107742"/>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69" name="Google Shape;1469;p16"/>
              <p:cNvSpPr/>
              <p:nvPr/>
            </p:nvSpPr>
            <p:spPr>
              <a:xfrm flipH="1">
                <a:off x="983325" y="130151"/>
                <a:ext cx="107742" cy="107742"/>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0" name="Google Shape;1470;p16"/>
              <p:cNvSpPr/>
              <p:nvPr/>
            </p:nvSpPr>
            <p:spPr>
              <a:xfrm flipH="1">
                <a:off x="1211522" y="1175576"/>
                <a:ext cx="70695" cy="70695"/>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1" name="Google Shape;1471;p16"/>
              <p:cNvSpPr/>
              <p:nvPr/>
            </p:nvSpPr>
            <p:spPr>
              <a:xfrm flipH="1">
                <a:off x="2746380" y="901627"/>
                <a:ext cx="70695" cy="70111"/>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2" name="Google Shape;1472;p16"/>
              <p:cNvSpPr/>
              <p:nvPr/>
            </p:nvSpPr>
            <p:spPr>
              <a:xfrm flipH="1">
                <a:off x="3865950" y="245405"/>
                <a:ext cx="141922" cy="141339"/>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3" name="Google Shape;1473;p16"/>
              <p:cNvSpPr/>
              <p:nvPr/>
            </p:nvSpPr>
            <p:spPr>
              <a:xfrm flipH="1">
                <a:off x="1991702" y="865722"/>
                <a:ext cx="141922" cy="141922"/>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4" name="Google Shape;1474;p16"/>
              <p:cNvSpPr/>
              <p:nvPr/>
            </p:nvSpPr>
            <p:spPr>
              <a:xfrm flipH="1">
                <a:off x="4207092" y="-360424"/>
                <a:ext cx="66051" cy="66051"/>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5" name="Google Shape;1475;p16"/>
              <p:cNvSpPr/>
              <p:nvPr/>
            </p:nvSpPr>
            <p:spPr>
              <a:xfrm flipH="1">
                <a:off x="3934310" y="-632647"/>
                <a:ext cx="145982" cy="146566"/>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6" name="Google Shape;1476;p16"/>
              <p:cNvSpPr/>
              <p:nvPr/>
            </p:nvSpPr>
            <p:spPr>
              <a:xfrm flipH="1">
                <a:off x="3959787" y="-606586"/>
                <a:ext cx="95004" cy="94446"/>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7" name="Google Shape;1477;p16"/>
              <p:cNvSpPr/>
              <p:nvPr/>
            </p:nvSpPr>
            <p:spPr>
              <a:xfrm flipH="1">
                <a:off x="4344954" y="-969728"/>
                <a:ext cx="73588" cy="74146"/>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8" name="Google Shape;1478;p16"/>
              <p:cNvSpPr/>
              <p:nvPr/>
            </p:nvSpPr>
            <p:spPr>
              <a:xfrm flipH="1">
                <a:off x="6303193" y="-791342"/>
                <a:ext cx="74171" cy="74146"/>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79" name="Google Shape;1479;p16"/>
              <p:cNvSpPr/>
              <p:nvPr/>
            </p:nvSpPr>
            <p:spPr>
              <a:xfrm flipH="1">
                <a:off x="451617" y="-170010"/>
                <a:ext cx="2335337" cy="717199"/>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0" name="Google Shape;1480;p16"/>
              <p:cNvSpPr/>
              <p:nvPr/>
            </p:nvSpPr>
            <p:spPr>
              <a:xfrm flipH="1">
                <a:off x="3911701" y="-120655"/>
                <a:ext cx="151793" cy="94446"/>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1" name="Google Shape;1481;p16"/>
              <p:cNvSpPr/>
              <p:nvPr/>
            </p:nvSpPr>
            <p:spPr>
              <a:xfrm flipH="1">
                <a:off x="3798199" y="-120655"/>
                <a:ext cx="151184" cy="94446"/>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2" name="Google Shape;1482;p16"/>
              <p:cNvSpPr/>
              <p:nvPr/>
            </p:nvSpPr>
            <p:spPr>
              <a:xfrm flipH="1">
                <a:off x="3684087" y="-120655"/>
                <a:ext cx="151768" cy="94446"/>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3" name="Google Shape;1483;p16"/>
              <p:cNvSpPr/>
              <p:nvPr/>
            </p:nvSpPr>
            <p:spPr>
              <a:xfrm flipH="1">
                <a:off x="3570560" y="-120655"/>
                <a:ext cx="151210" cy="94446"/>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4" name="Google Shape;1484;p16"/>
              <p:cNvSpPr/>
              <p:nvPr/>
            </p:nvSpPr>
            <p:spPr>
              <a:xfrm flipH="1">
                <a:off x="3457057" y="-120655"/>
                <a:ext cx="151184" cy="94446"/>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5" name="Google Shape;1485;p16"/>
              <p:cNvSpPr/>
              <p:nvPr/>
            </p:nvSpPr>
            <p:spPr>
              <a:xfrm flipH="1">
                <a:off x="3342946" y="-120655"/>
                <a:ext cx="151768" cy="94446"/>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6" name="Google Shape;1486;p16"/>
              <p:cNvSpPr/>
              <p:nvPr/>
            </p:nvSpPr>
            <p:spPr>
              <a:xfrm flipH="1">
                <a:off x="3229418" y="-120655"/>
                <a:ext cx="151210" cy="94446"/>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7" name="Google Shape;1487;p16"/>
              <p:cNvSpPr/>
              <p:nvPr/>
            </p:nvSpPr>
            <p:spPr>
              <a:xfrm flipH="1">
                <a:off x="3115332" y="-120655"/>
                <a:ext cx="151768" cy="94446"/>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8" name="Google Shape;1488;p16"/>
              <p:cNvSpPr/>
              <p:nvPr/>
            </p:nvSpPr>
            <p:spPr>
              <a:xfrm flipH="1">
                <a:off x="4594568" y="667645"/>
                <a:ext cx="280952" cy="175519"/>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89" name="Google Shape;1489;p16"/>
              <p:cNvSpPr/>
              <p:nvPr/>
            </p:nvSpPr>
            <p:spPr>
              <a:xfrm flipH="1">
                <a:off x="4383752" y="667645"/>
                <a:ext cx="280927" cy="175519"/>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0" name="Google Shape;1490;p16"/>
              <p:cNvSpPr/>
              <p:nvPr/>
            </p:nvSpPr>
            <p:spPr>
              <a:xfrm flipH="1">
                <a:off x="4172937" y="667645"/>
                <a:ext cx="280927" cy="175519"/>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1" name="Google Shape;1491;p16"/>
              <p:cNvSpPr/>
              <p:nvPr/>
            </p:nvSpPr>
            <p:spPr>
              <a:xfrm flipH="1">
                <a:off x="3961512" y="667645"/>
                <a:ext cx="280952" cy="175519"/>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2" name="Google Shape;1492;p16"/>
              <p:cNvSpPr/>
              <p:nvPr/>
            </p:nvSpPr>
            <p:spPr>
              <a:xfrm flipH="1">
                <a:off x="3750697" y="667645"/>
                <a:ext cx="280927" cy="175519"/>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3" name="Google Shape;1493;p16"/>
              <p:cNvSpPr/>
              <p:nvPr/>
            </p:nvSpPr>
            <p:spPr>
              <a:xfrm flipH="1">
                <a:off x="3539881" y="667645"/>
                <a:ext cx="280927" cy="175519"/>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494" name="Google Shape;1494;p16"/>
            <p:cNvSpPr/>
            <p:nvPr/>
          </p:nvSpPr>
          <p:spPr>
            <a:xfrm flipH="1">
              <a:off x="7520192" y="-127210"/>
              <a:ext cx="2335337" cy="717199"/>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One Columns">
  <p:cSld name="CUSTOM_4">
    <p:spTree>
      <p:nvGrpSpPr>
        <p:cNvPr id="1495" name="Shape 1495"/>
        <p:cNvGrpSpPr/>
        <p:nvPr/>
      </p:nvGrpSpPr>
      <p:grpSpPr>
        <a:xfrm>
          <a:off x="0" y="0"/>
          <a:ext cx="0" cy="0"/>
          <a:chOff x="0" y="0"/>
          <a:chExt cx="0" cy="0"/>
        </a:xfrm>
      </p:grpSpPr>
      <p:grpSp>
        <p:nvGrpSpPr>
          <p:cNvPr id="1496" name="Google Shape;1496;p17"/>
          <p:cNvGrpSpPr/>
          <p:nvPr/>
        </p:nvGrpSpPr>
        <p:grpSpPr>
          <a:xfrm>
            <a:off x="-566246" y="-536790"/>
            <a:ext cx="8377976" cy="1614718"/>
            <a:chOff x="-566246" y="-831315"/>
            <a:chExt cx="8377976" cy="1614718"/>
          </a:xfrm>
        </p:grpSpPr>
        <p:sp>
          <p:nvSpPr>
            <p:cNvPr id="1497" name="Google Shape;1497;p17"/>
            <p:cNvSpPr/>
            <p:nvPr/>
          </p:nvSpPr>
          <p:spPr>
            <a:xfrm rot="10800000">
              <a:off x="-178627" y="-831315"/>
              <a:ext cx="5711267" cy="1569921"/>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8" name="Google Shape;1498;p17"/>
            <p:cNvSpPr/>
            <p:nvPr/>
          </p:nvSpPr>
          <p:spPr>
            <a:xfrm rot="10800000">
              <a:off x="2097663" y="-149871"/>
              <a:ext cx="3817027" cy="933273"/>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499" name="Google Shape;1499;p17"/>
            <p:cNvSpPr/>
            <p:nvPr/>
          </p:nvSpPr>
          <p:spPr>
            <a:xfrm rot="10800000">
              <a:off x="5347154" y="-352704"/>
              <a:ext cx="2464576" cy="481412"/>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0" name="Google Shape;1500;p17"/>
            <p:cNvSpPr/>
            <p:nvPr/>
          </p:nvSpPr>
          <p:spPr>
            <a:xfrm rot="10800000">
              <a:off x="5904951" y="-196402"/>
              <a:ext cx="115339" cy="115339"/>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1" name="Google Shape;1501;p17"/>
            <p:cNvSpPr/>
            <p:nvPr/>
          </p:nvSpPr>
          <p:spPr>
            <a:xfrm rot="10800000">
              <a:off x="5926467" y="-174886"/>
              <a:ext cx="72977" cy="72977"/>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2" name="Google Shape;1502;p17"/>
            <p:cNvSpPr/>
            <p:nvPr/>
          </p:nvSpPr>
          <p:spPr>
            <a:xfrm rot="10800000">
              <a:off x="1516950" y="116870"/>
              <a:ext cx="3646848" cy="11838"/>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3" name="Google Shape;1503;p17"/>
            <p:cNvSpPr/>
            <p:nvPr/>
          </p:nvSpPr>
          <p:spPr>
            <a:xfrm rot="10800000">
              <a:off x="5146391" y="78677"/>
              <a:ext cx="88954" cy="88924"/>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4" name="Google Shape;1504;p17"/>
            <p:cNvSpPr/>
            <p:nvPr/>
          </p:nvSpPr>
          <p:spPr>
            <a:xfrm rot="10800000">
              <a:off x="1478757" y="78677"/>
              <a:ext cx="88924" cy="88924"/>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5" name="Google Shape;1505;p17"/>
            <p:cNvSpPr/>
            <p:nvPr/>
          </p:nvSpPr>
          <p:spPr>
            <a:xfrm rot="10800000">
              <a:off x="-398137" y="-606937"/>
              <a:ext cx="1361489" cy="1360302"/>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6" name="Google Shape;1506;p17"/>
            <p:cNvSpPr/>
            <p:nvPr/>
          </p:nvSpPr>
          <p:spPr>
            <a:xfrm rot="10800000">
              <a:off x="-566246" y="-681953"/>
              <a:ext cx="1361520" cy="1360272"/>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7" name="Google Shape;1507;p17"/>
            <p:cNvSpPr/>
            <p:nvPr/>
          </p:nvSpPr>
          <p:spPr>
            <a:xfrm rot="10800000">
              <a:off x="161730" y="401657"/>
              <a:ext cx="336918" cy="210502"/>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8" name="Google Shape;1508;p17"/>
            <p:cNvSpPr/>
            <p:nvPr/>
          </p:nvSpPr>
          <p:spPr>
            <a:xfrm rot="10800000">
              <a:off x="414563" y="401657"/>
              <a:ext cx="336949" cy="210502"/>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09" name="Google Shape;1509;p17"/>
            <p:cNvSpPr/>
            <p:nvPr/>
          </p:nvSpPr>
          <p:spPr>
            <a:xfrm rot="10800000">
              <a:off x="667426" y="401657"/>
              <a:ext cx="336918" cy="210502"/>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0" name="Google Shape;1510;p17"/>
            <p:cNvSpPr/>
            <p:nvPr/>
          </p:nvSpPr>
          <p:spPr>
            <a:xfrm rot="10800000">
              <a:off x="920960" y="401657"/>
              <a:ext cx="336918" cy="210502"/>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1" name="Google Shape;1511;p17"/>
            <p:cNvSpPr/>
            <p:nvPr/>
          </p:nvSpPr>
          <p:spPr>
            <a:xfrm rot="10800000">
              <a:off x="1173823" y="401657"/>
              <a:ext cx="336918" cy="210502"/>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2" name="Google Shape;1512;p17"/>
            <p:cNvSpPr/>
            <p:nvPr/>
          </p:nvSpPr>
          <p:spPr>
            <a:xfrm rot="10800000">
              <a:off x="1426656" y="401657"/>
              <a:ext cx="336918" cy="210502"/>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3" name="Google Shape;1513;p17"/>
            <p:cNvSpPr/>
            <p:nvPr/>
          </p:nvSpPr>
          <p:spPr>
            <a:xfrm rot="10800000">
              <a:off x="1679490" y="401657"/>
              <a:ext cx="336949" cy="210502"/>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4" name="Google Shape;1514;p17"/>
            <p:cNvSpPr/>
            <p:nvPr/>
          </p:nvSpPr>
          <p:spPr>
            <a:xfrm rot="10800000">
              <a:off x="1933053" y="401657"/>
              <a:ext cx="336918" cy="210502"/>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5" name="Google Shape;1515;p17"/>
            <p:cNvSpPr/>
            <p:nvPr/>
          </p:nvSpPr>
          <p:spPr>
            <a:xfrm rot="10800000">
              <a:off x="1858707" y="-175586"/>
              <a:ext cx="174378" cy="188986"/>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6" name="Google Shape;1516;p17"/>
            <p:cNvSpPr/>
            <p:nvPr/>
          </p:nvSpPr>
          <p:spPr>
            <a:xfrm rot="10800000">
              <a:off x="1751736" y="-175586"/>
              <a:ext cx="175078" cy="188986"/>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7" name="Google Shape;1517;p17"/>
            <p:cNvSpPr/>
            <p:nvPr/>
          </p:nvSpPr>
          <p:spPr>
            <a:xfrm rot="10800000">
              <a:off x="1645466" y="-175586"/>
              <a:ext cx="175078" cy="188986"/>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8" name="Google Shape;1518;p17"/>
            <p:cNvSpPr/>
            <p:nvPr/>
          </p:nvSpPr>
          <p:spPr>
            <a:xfrm rot="10800000">
              <a:off x="1539196" y="-175586"/>
              <a:ext cx="175078" cy="188986"/>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19" name="Google Shape;1519;p17"/>
            <p:cNvSpPr/>
            <p:nvPr/>
          </p:nvSpPr>
          <p:spPr>
            <a:xfrm rot="10800000">
              <a:off x="1432895" y="-175586"/>
              <a:ext cx="175078" cy="188986"/>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0" name="Google Shape;1520;p17"/>
            <p:cNvSpPr/>
            <p:nvPr/>
          </p:nvSpPr>
          <p:spPr>
            <a:xfrm rot="10800000">
              <a:off x="1326625" y="-175586"/>
              <a:ext cx="175078" cy="188986"/>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1" name="Google Shape;1521;p17"/>
            <p:cNvSpPr/>
            <p:nvPr/>
          </p:nvSpPr>
          <p:spPr>
            <a:xfrm rot="10800000">
              <a:off x="1220355" y="-175586"/>
              <a:ext cx="175078" cy="188986"/>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2" name="Google Shape;1522;p17"/>
            <p:cNvSpPr/>
            <p:nvPr/>
          </p:nvSpPr>
          <p:spPr>
            <a:xfrm rot="10800000">
              <a:off x="1114084" y="-175586"/>
              <a:ext cx="174378" cy="188986"/>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3" name="Google Shape;1523;p17"/>
            <p:cNvSpPr/>
            <p:nvPr/>
          </p:nvSpPr>
          <p:spPr>
            <a:xfrm rot="10800000">
              <a:off x="1007784" y="-175586"/>
              <a:ext cx="174378" cy="188986"/>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4" name="Google Shape;1524;p17"/>
            <p:cNvSpPr/>
            <p:nvPr/>
          </p:nvSpPr>
          <p:spPr>
            <a:xfrm rot="10800000">
              <a:off x="900813" y="-175586"/>
              <a:ext cx="175078" cy="188986"/>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5" name="Google Shape;1525;p17"/>
            <p:cNvSpPr/>
            <p:nvPr/>
          </p:nvSpPr>
          <p:spPr>
            <a:xfrm rot="10800000">
              <a:off x="794543" y="-175586"/>
              <a:ext cx="175078" cy="188986"/>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26" name="Google Shape;1526;p17"/>
          <p:cNvGrpSpPr/>
          <p:nvPr/>
        </p:nvGrpSpPr>
        <p:grpSpPr>
          <a:xfrm rot="5400000">
            <a:off x="617425" y="3321200"/>
            <a:ext cx="979800" cy="3475150"/>
            <a:chOff x="327125" y="2375600"/>
            <a:chExt cx="979800" cy="3475150"/>
          </a:xfrm>
        </p:grpSpPr>
        <p:sp>
          <p:nvSpPr>
            <p:cNvPr id="1527" name="Google Shape;1527;p17"/>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8" name="Google Shape;1528;p17"/>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29" name="Google Shape;1529;p17"/>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0" name="Google Shape;1530;p17"/>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1" name="Google Shape;1531;p17"/>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2" name="Google Shape;1532;p17"/>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3" name="Google Shape;1533;p17"/>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4" name="Google Shape;1534;p17"/>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5" name="Google Shape;1535;p17"/>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6" name="Google Shape;1536;p17"/>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7" name="Google Shape;1537;p17"/>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8" name="Google Shape;1538;p17"/>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39" name="Google Shape;1539;p17"/>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0" name="Google Shape;1540;p17"/>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1" name="Google Shape;1541;p17"/>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542" name="Google Shape;1542;p17"/>
          <p:cNvSpPr txBox="1"/>
          <p:nvPr>
            <p:ph type="title"/>
          </p:nvPr>
        </p:nvSpPr>
        <p:spPr>
          <a:xfrm>
            <a:off x="720125" y="1639950"/>
            <a:ext cx="3250500" cy="508800"/>
          </a:xfrm>
          <a:prstGeom prst="rect">
            <a:avLst/>
          </a:prstGeom>
        </p:spPr>
        <p:txBody>
          <a:bodyPr spcFirstLastPara="1" wrap="square" lIns="0" tIns="0" rIns="0" bIns="0" anchor="ctr" anchorCtr="0">
            <a:noAutofit/>
          </a:bodyPr>
          <a:lstStyle>
            <a:lvl1pPr lvl="0" algn="r"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543" name="Google Shape;1543;p17"/>
          <p:cNvSpPr txBox="1"/>
          <p:nvPr>
            <p:ph type="subTitle" idx="1"/>
          </p:nvPr>
        </p:nvSpPr>
        <p:spPr>
          <a:xfrm>
            <a:off x="886200" y="2735875"/>
            <a:ext cx="3084300" cy="1417200"/>
          </a:xfrm>
          <a:prstGeom prst="rect">
            <a:avLst/>
          </a:prstGeom>
        </p:spPr>
        <p:txBody>
          <a:bodyPr spcFirstLastPara="1" wrap="square" lIns="0" tIns="0" rIns="0" bIns="0" anchor="ctr" anchorCtr="0">
            <a:noAutofit/>
          </a:bodyPr>
          <a:lstStyle>
            <a:lvl1pPr lvl="0" algn="r" rtl="0">
              <a:lnSpc>
                <a:spcPct val="100000"/>
              </a:lnSpc>
              <a:spcBef>
                <a:spcPts val="0"/>
              </a:spcBef>
              <a:spcAft>
                <a:spcPts val="0"/>
              </a:spcAft>
              <a:buSzPts val="21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One Columns 1">
  <p:cSld name="CUSTOM_4_1">
    <p:spTree>
      <p:nvGrpSpPr>
        <p:cNvPr id="1544" name="Shape 1544"/>
        <p:cNvGrpSpPr/>
        <p:nvPr/>
      </p:nvGrpSpPr>
      <p:grpSpPr>
        <a:xfrm>
          <a:off x="0" y="0"/>
          <a:ext cx="0" cy="0"/>
          <a:chOff x="0" y="0"/>
          <a:chExt cx="0" cy="0"/>
        </a:xfrm>
      </p:grpSpPr>
      <p:grpSp>
        <p:nvGrpSpPr>
          <p:cNvPr id="1545" name="Google Shape;1545;p18"/>
          <p:cNvGrpSpPr/>
          <p:nvPr/>
        </p:nvGrpSpPr>
        <p:grpSpPr>
          <a:xfrm flipH="1">
            <a:off x="1364650" y="-536790"/>
            <a:ext cx="8377976" cy="1614718"/>
            <a:chOff x="-566246" y="-831315"/>
            <a:chExt cx="8377976" cy="1614718"/>
          </a:xfrm>
        </p:grpSpPr>
        <p:sp>
          <p:nvSpPr>
            <p:cNvPr id="1546" name="Google Shape;1546;p18"/>
            <p:cNvSpPr/>
            <p:nvPr/>
          </p:nvSpPr>
          <p:spPr>
            <a:xfrm rot="10800000">
              <a:off x="-178627" y="-831315"/>
              <a:ext cx="5711267" cy="1569921"/>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7" name="Google Shape;1547;p18"/>
            <p:cNvSpPr/>
            <p:nvPr/>
          </p:nvSpPr>
          <p:spPr>
            <a:xfrm rot="10800000">
              <a:off x="2097663" y="-149871"/>
              <a:ext cx="3817027" cy="933273"/>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8" name="Google Shape;1548;p18"/>
            <p:cNvSpPr/>
            <p:nvPr/>
          </p:nvSpPr>
          <p:spPr>
            <a:xfrm rot="10800000">
              <a:off x="5347154" y="-352704"/>
              <a:ext cx="2464576" cy="481412"/>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49" name="Google Shape;1549;p18"/>
            <p:cNvSpPr/>
            <p:nvPr/>
          </p:nvSpPr>
          <p:spPr>
            <a:xfrm rot="10800000">
              <a:off x="5904951" y="-196402"/>
              <a:ext cx="115339" cy="115339"/>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0" name="Google Shape;1550;p18"/>
            <p:cNvSpPr/>
            <p:nvPr/>
          </p:nvSpPr>
          <p:spPr>
            <a:xfrm rot="10800000">
              <a:off x="5926467" y="-174886"/>
              <a:ext cx="72977" cy="72977"/>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1" name="Google Shape;1551;p18"/>
            <p:cNvSpPr/>
            <p:nvPr/>
          </p:nvSpPr>
          <p:spPr>
            <a:xfrm rot="10800000">
              <a:off x="1516950" y="116870"/>
              <a:ext cx="3646848" cy="11838"/>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2" name="Google Shape;1552;p18"/>
            <p:cNvSpPr/>
            <p:nvPr/>
          </p:nvSpPr>
          <p:spPr>
            <a:xfrm rot="10800000">
              <a:off x="5146391" y="78677"/>
              <a:ext cx="88954" cy="88924"/>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3" name="Google Shape;1553;p18"/>
            <p:cNvSpPr/>
            <p:nvPr/>
          </p:nvSpPr>
          <p:spPr>
            <a:xfrm rot="10800000">
              <a:off x="1478757" y="78677"/>
              <a:ext cx="88924" cy="88924"/>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4" name="Google Shape;1554;p18"/>
            <p:cNvSpPr/>
            <p:nvPr/>
          </p:nvSpPr>
          <p:spPr>
            <a:xfrm rot="10800000">
              <a:off x="-398137" y="-606937"/>
              <a:ext cx="1361489" cy="1360302"/>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5" name="Google Shape;1555;p18"/>
            <p:cNvSpPr/>
            <p:nvPr/>
          </p:nvSpPr>
          <p:spPr>
            <a:xfrm rot="10800000">
              <a:off x="-566246" y="-681953"/>
              <a:ext cx="1361520" cy="1360272"/>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6" name="Google Shape;1556;p18"/>
            <p:cNvSpPr/>
            <p:nvPr/>
          </p:nvSpPr>
          <p:spPr>
            <a:xfrm rot="10800000">
              <a:off x="161730" y="401657"/>
              <a:ext cx="336918" cy="210502"/>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7" name="Google Shape;1557;p18"/>
            <p:cNvSpPr/>
            <p:nvPr/>
          </p:nvSpPr>
          <p:spPr>
            <a:xfrm rot="10800000">
              <a:off x="414563" y="401657"/>
              <a:ext cx="336949" cy="210502"/>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8" name="Google Shape;1558;p18"/>
            <p:cNvSpPr/>
            <p:nvPr/>
          </p:nvSpPr>
          <p:spPr>
            <a:xfrm rot="10800000">
              <a:off x="667426" y="401657"/>
              <a:ext cx="336918" cy="210502"/>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59" name="Google Shape;1559;p18"/>
            <p:cNvSpPr/>
            <p:nvPr/>
          </p:nvSpPr>
          <p:spPr>
            <a:xfrm rot="10800000">
              <a:off x="920960" y="401657"/>
              <a:ext cx="336918" cy="210502"/>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0" name="Google Shape;1560;p18"/>
            <p:cNvSpPr/>
            <p:nvPr/>
          </p:nvSpPr>
          <p:spPr>
            <a:xfrm rot="10800000">
              <a:off x="1173823" y="401657"/>
              <a:ext cx="336918" cy="210502"/>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1" name="Google Shape;1561;p18"/>
            <p:cNvSpPr/>
            <p:nvPr/>
          </p:nvSpPr>
          <p:spPr>
            <a:xfrm rot="10800000">
              <a:off x="1426656" y="401657"/>
              <a:ext cx="336918" cy="210502"/>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2" name="Google Shape;1562;p18"/>
            <p:cNvSpPr/>
            <p:nvPr/>
          </p:nvSpPr>
          <p:spPr>
            <a:xfrm rot="10800000">
              <a:off x="1679490" y="401657"/>
              <a:ext cx="336949" cy="210502"/>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3" name="Google Shape;1563;p18"/>
            <p:cNvSpPr/>
            <p:nvPr/>
          </p:nvSpPr>
          <p:spPr>
            <a:xfrm rot="10800000">
              <a:off x="1933053" y="401657"/>
              <a:ext cx="336918" cy="210502"/>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4" name="Google Shape;1564;p18"/>
            <p:cNvSpPr/>
            <p:nvPr/>
          </p:nvSpPr>
          <p:spPr>
            <a:xfrm rot="10800000">
              <a:off x="1858707" y="-175586"/>
              <a:ext cx="174378" cy="188986"/>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5" name="Google Shape;1565;p18"/>
            <p:cNvSpPr/>
            <p:nvPr/>
          </p:nvSpPr>
          <p:spPr>
            <a:xfrm rot="10800000">
              <a:off x="1751736" y="-175586"/>
              <a:ext cx="175078" cy="188986"/>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6" name="Google Shape;1566;p18"/>
            <p:cNvSpPr/>
            <p:nvPr/>
          </p:nvSpPr>
          <p:spPr>
            <a:xfrm rot="10800000">
              <a:off x="1645466" y="-175586"/>
              <a:ext cx="175078" cy="188986"/>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7" name="Google Shape;1567;p18"/>
            <p:cNvSpPr/>
            <p:nvPr/>
          </p:nvSpPr>
          <p:spPr>
            <a:xfrm rot="10800000">
              <a:off x="1539196" y="-175586"/>
              <a:ext cx="175078" cy="188986"/>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8" name="Google Shape;1568;p18"/>
            <p:cNvSpPr/>
            <p:nvPr/>
          </p:nvSpPr>
          <p:spPr>
            <a:xfrm rot="10800000">
              <a:off x="1432895" y="-175586"/>
              <a:ext cx="175078" cy="188986"/>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69" name="Google Shape;1569;p18"/>
            <p:cNvSpPr/>
            <p:nvPr/>
          </p:nvSpPr>
          <p:spPr>
            <a:xfrm rot="10800000">
              <a:off x="1326625" y="-175586"/>
              <a:ext cx="175078" cy="188986"/>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0" name="Google Shape;1570;p18"/>
            <p:cNvSpPr/>
            <p:nvPr/>
          </p:nvSpPr>
          <p:spPr>
            <a:xfrm rot="10800000">
              <a:off x="1220355" y="-175586"/>
              <a:ext cx="175078" cy="188986"/>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1" name="Google Shape;1571;p18"/>
            <p:cNvSpPr/>
            <p:nvPr/>
          </p:nvSpPr>
          <p:spPr>
            <a:xfrm rot="10800000">
              <a:off x="1114084" y="-175586"/>
              <a:ext cx="174378" cy="188986"/>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2" name="Google Shape;1572;p18"/>
            <p:cNvSpPr/>
            <p:nvPr/>
          </p:nvSpPr>
          <p:spPr>
            <a:xfrm rot="10800000">
              <a:off x="1007784" y="-175586"/>
              <a:ext cx="174378" cy="188986"/>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3" name="Google Shape;1573;p18"/>
            <p:cNvSpPr/>
            <p:nvPr/>
          </p:nvSpPr>
          <p:spPr>
            <a:xfrm rot="10800000">
              <a:off x="900813" y="-175586"/>
              <a:ext cx="175078" cy="188986"/>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4" name="Google Shape;1574;p18"/>
            <p:cNvSpPr/>
            <p:nvPr/>
          </p:nvSpPr>
          <p:spPr>
            <a:xfrm rot="10800000">
              <a:off x="794543" y="-175586"/>
              <a:ext cx="175078" cy="188986"/>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575" name="Google Shape;1575;p18"/>
          <p:cNvGrpSpPr/>
          <p:nvPr/>
        </p:nvGrpSpPr>
        <p:grpSpPr>
          <a:xfrm rot="-5400000" flipH="1">
            <a:off x="7579155" y="3321200"/>
            <a:ext cx="979800" cy="3475150"/>
            <a:chOff x="327125" y="2375600"/>
            <a:chExt cx="979800" cy="3475150"/>
          </a:xfrm>
        </p:grpSpPr>
        <p:sp>
          <p:nvSpPr>
            <p:cNvPr id="1576" name="Google Shape;1576;p18"/>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7" name="Google Shape;1577;p18"/>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8" name="Google Shape;1578;p18"/>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79" name="Google Shape;1579;p18"/>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0" name="Google Shape;1580;p18"/>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1" name="Google Shape;1581;p18"/>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2" name="Google Shape;1582;p18"/>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3" name="Google Shape;1583;p18"/>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4" name="Google Shape;1584;p18"/>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5" name="Google Shape;1585;p18"/>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6" name="Google Shape;1586;p18"/>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7" name="Google Shape;1587;p18"/>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8" name="Google Shape;1588;p18"/>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89" name="Google Shape;1589;p18"/>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0" name="Google Shape;1590;p18"/>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591" name="Google Shape;1591;p18"/>
          <p:cNvSpPr txBox="1"/>
          <p:nvPr>
            <p:ph type="title"/>
          </p:nvPr>
        </p:nvSpPr>
        <p:spPr>
          <a:xfrm>
            <a:off x="5173500" y="1639950"/>
            <a:ext cx="3250500" cy="508800"/>
          </a:xfrm>
          <a:prstGeom prst="rect">
            <a:avLst/>
          </a:prstGeom>
        </p:spPr>
        <p:txBody>
          <a:bodyPr spcFirstLastPara="1" wrap="square" lIns="0" tIns="0" rIns="0" bIns="0" anchor="ctr" anchorCtr="0">
            <a:noAutofit/>
          </a:bodyPr>
          <a:lstStyle>
            <a:lvl1pPr lvl="0" algn="l" rtl="0">
              <a:spcBef>
                <a:spcPts val="0"/>
              </a:spcBef>
              <a:spcAft>
                <a:spcPts val="0"/>
              </a:spcAft>
              <a:buSzPts val="24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592" name="Google Shape;1592;p18"/>
          <p:cNvSpPr txBox="1"/>
          <p:nvPr>
            <p:ph type="subTitle" idx="1"/>
          </p:nvPr>
        </p:nvSpPr>
        <p:spPr>
          <a:xfrm>
            <a:off x="5173375" y="2571750"/>
            <a:ext cx="3250500" cy="1503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21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Six Columns">
  <p:cSld name="CUSTOM_5">
    <p:spTree>
      <p:nvGrpSpPr>
        <p:cNvPr id="1593" name="Shape 1593"/>
        <p:cNvGrpSpPr/>
        <p:nvPr/>
      </p:nvGrpSpPr>
      <p:grpSpPr>
        <a:xfrm>
          <a:off x="0" y="0"/>
          <a:ext cx="0" cy="0"/>
          <a:chOff x="0" y="0"/>
          <a:chExt cx="0" cy="0"/>
        </a:xfrm>
      </p:grpSpPr>
      <p:grpSp>
        <p:nvGrpSpPr>
          <p:cNvPr id="1594" name="Google Shape;1594;p19"/>
          <p:cNvGrpSpPr/>
          <p:nvPr/>
        </p:nvGrpSpPr>
        <p:grpSpPr>
          <a:xfrm flipH="1">
            <a:off x="-370165" y="-2483486"/>
            <a:ext cx="7884219" cy="3433770"/>
            <a:chOff x="24125" y="294775"/>
            <a:chExt cx="7767703" cy="3383025"/>
          </a:xfrm>
        </p:grpSpPr>
        <p:sp>
          <p:nvSpPr>
            <p:cNvPr id="1595" name="Google Shape;1595;p19"/>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6" name="Google Shape;1596;p19"/>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7" name="Google Shape;1597;p19"/>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8" name="Google Shape;1598;p19"/>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599" name="Google Shape;1599;p19"/>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0" name="Google Shape;1600;p19"/>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1" name="Google Shape;1601;p19"/>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2" name="Google Shape;1602;p19"/>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3" name="Google Shape;1603;p19"/>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4" name="Google Shape;1604;p19"/>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5" name="Google Shape;1605;p19"/>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6" name="Google Shape;1606;p19"/>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7" name="Google Shape;1607;p19"/>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8" name="Google Shape;1608;p19"/>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09" name="Google Shape;1609;p19"/>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0" name="Google Shape;1610;p19"/>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1" name="Google Shape;1611;p19"/>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2" name="Google Shape;1612;p19"/>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3" name="Google Shape;1613;p19"/>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4" name="Google Shape;1614;p19"/>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5" name="Google Shape;1615;p19"/>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6" name="Google Shape;1616;p19"/>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7" name="Google Shape;1617;p19"/>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8" name="Google Shape;1618;p19"/>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19" name="Google Shape;1619;p19"/>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20" name="Google Shape;1620;p19"/>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21" name="Google Shape;1621;p19"/>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22" name="Google Shape;1622;p19"/>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23" name="Google Shape;1623;p19"/>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24" name="Google Shape;1624;p19"/>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25" name="Google Shape;1625;p19"/>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26" name="Google Shape;1626;p19"/>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27" name="Google Shape;1627;p19"/>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28" name="Google Shape;1628;p19"/>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29" name="Google Shape;1629;p19"/>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0" name="Google Shape;1630;p19"/>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1" name="Google Shape;1631;p19"/>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2" name="Google Shape;1632;p19"/>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3" name="Google Shape;1633;p19"/>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4" name="Google Shape;1634;p19"/>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5" name="Google Shape;1635;p19"/>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6" name="Google Shape;1636;p19"/>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7" name="Google Shape;1637;p19"/>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8" name="Google Shape;1638;p19"/>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39" name="Google Shape;1639;p19"/>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0" name="Google Shape;1640;p19"/>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1" name="Google Shape;1641;p19"/>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2" name="Google Shape;1642;p19"/>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3" name="Google Shape;1643;p19"/>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4" name="Google Shape;1644;p19"/>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5" name="Google Shape;1645;p19"/>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6" name="Google Shape;1646;p19"/>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7" name="Google Shape;1647;p19"/>
            <p:cNvSpPr/>
            <p:nvPr/>
          </p:nvSpPr>
          <p:spPr>
            <a:xfrm>
              <a:off x="496050" y="13239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8" name="Google Shape;1648;p19"/>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49" name="Google Shape;1649;p19"/>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0" name="Google Shape;1650;p19"/>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1" name="Google Shape;1651;p19"/>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2" name="Google Shape;1652;p19"/>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3" name="Google Shape;1653;p19"/>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4" name="Google Shape;1654;p19"/>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5" name="Google Shape;1655;p19"/>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6" name="Google Shape;1656;p19"/>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7" name="Google Shape;1657;p19"/>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8" name="Google Shape;1658;p19"/>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59" name="Google Shape;1659;p19"/>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0" name="Google Shape;1660;p19"/>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1" name="Google Shape;1661;p19"/>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2" name="Google Shape;1662;p19"/>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3" name="Google Shape;1663;p19"/>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4" name="Google Shape;1664;p19"/>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5" name="Google Shape;1665;p19"/>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6" name="Google Shape;1666;p19"/>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7" name="Google Shape;1667;p19"/>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8" name="Google Shape;1668;p19"/>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69" name="Google Shape;1669;p19"/>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0" name="Google Shape;1670;p19"/>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1" name="Google Shape;1671;p19"/>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2" name="Google Shape;1672;p19"/>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3" name="Google Shape;1673;p19"/>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4" name="Google Shape;1674;p19"/>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5" name="Google Shape;1675;p19"/>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6" name="Google Shape;1676;p19"/>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7" name="Google Shape;1677;p19"/>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8" name="Google Shape;1678;p19"/>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79" name="Google Shape;1679;p19"/>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0" name="Google Shape;1680;p19"/>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1" name="Google Shape;1681;p19"/>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2" name="Google Shape;1682;p19"/>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3" name="Google Shape;1683;p19"/>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4" name="Google Shape;1684;p19"/>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5" name="Google Shape;1685;p19"/>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6" name="Google Shape;1686;p19"/>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7" name="Google Shape;1687;p19"/>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88" name="Google Shape;1688;p19"/>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689" name="Google Shape;1689;p19"/>
          <p:cNvGrpSpPr/>
          <p:nvPr/>
        </p:nvGrpSpPr>
        <p:grpSpPr>
          <a:xfrm>
            <a:off x="7222182" y="4568872"/>
            <a:ext cx="881035" cy="290677"/>
            <a:chOff x="7222182" y="4568872"/>
            <a:chExt cx="881035" cy="290677"/>
          </a:xfrm>
        </p:grpSpPr>
        <p:sp>
          <p:nvSpPr>
            <p:cNvPr id="1690" name="Google Shape;1690;p19"/>
            <p:cNvSpPr/>
            <p:nvPr/>
          </p:nvSpPr>
          <p:spPr>
            <a:xfrm>
              <a:off x="7222182" y="4568872"/>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1" name="Google Shape;1691;p19"/>
            <p:cNvSpPr/>
            <p:nvPr/>
          </p:nvSpPr>
          <p:spPr>
            <a:xfrm>
              <a:off x="7370543" y="456887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2" name="Google Shape;1692;p19"/>
            <p:cNvSpPr/>
            <p:nvPr/>
          </p:nvSpPr>
          <p:spPr>
            <a:xfrm>
              <a:off x="7515820" y="4568872"/>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3" name="Google Shape;1693;p19"/>
            <p:cNvSpPr/>
            <p:nvPr/>
          </p:nvSpPr>
          <p:spPr>
            <a:xfrm>
              <a:off x="7664180" y="456887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4" name="Google Shape;1694;p19"/>
            <p:cNvSpPr/>
            <p:nvPr/>
          </p:nvSpPr>
          <p:spPr>
            <a:xfrm>
              <a:off x="7809457" y="4568872"/>
              <a:ext cx="148483" cy="290677"/>
            </a:xfrm>
            <a:custGeom>
              <a:avLst/>
              <a:gdLst/>
              <a:ahLst/>
              <a:cxnLst/>
              <a:rect l="l" t="t" r="r" b="b"/>
              <a:pathLst>
                <a:path w="1204" h="2357" fill="none" extrusionOk="0">
                  <a:moveTo>
                    <a:pt x="0" y="0"/>
                  </a:moveTo>
                  <a:lnTo>
                    <a:pt x="1203"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95" name="Google Shape;1695;p19"/>
            <p:cNvSpPr/>
            <p:nvPr/>
          </p:nvSpPr>
          <p:spPr>
            <a:xfrm>
              <a:off x="7957817" y="4568872"/>
              <a:ext cx="145400" cy="290677"/>
            </a:xfrm>
            <a:custGeom>
              <a:avLst/>
              <a:gdLst/>
              <a:ahLst/>
              <a:cxnLst/>
              <a:rect l="l" t="t" r="r" b="b"/>
              <a:pathLst>
                <a:path w="1179" h="2357" fill="none" extrusionOk="0">
                  <a:moveTo>
                    <a:pt x="0" y="0"/>
                  </a:moveTo>
                  <a:lnTo>
                    <a:pt x="1178" y="1178"/>
                  </a:lnTo>
                  <a:lnTo>
                    <a:pt x="0" y="2356"/>
                  </a:lnTo>
                </a:path>
              </a:pathLst>
            </a:custGeom>
            <a:noFill/>
            <a:ln w="19050" cap="flat" cmpd="sng">
              <a:solidFill>
                <a:schemeClr val="accent5"/>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696" name="Google Shape;1696;p19"/>
          <p:cNvSpPr txBox="1"/>
          <p:nvPr>
            <p:ph type="title"/>
          </p:nvPr>
        </p:nvSpPr>
        <p:spPr>
          <a:xfrm>
            <a:off x="720000" y="461875"/>
            <a:ext cx="7704000" cy="488400"/>
          </a:xfrm>
          <a:prstGeom prst="rect">
            <a:avLst/>
          </a:prstGeom>
        </p:spPr>
        <p:txBody>
          <a:bodyPr spcFirstLastPara="1" wrap="square" lIns="0" tIns="0" rIns="0" bIns="0" anchor="t" anchorCtr="0">
            <a:noAutofit/>
          </a:bodyPr>
          <a:lstStyle>
            <a:lvl1pPr lvl="0" rtl="0">
              <a:spcBef>
                <a:spcPts val="0"/>
              </a:spcBef>
              <a:spcAft>
                <a:spcPts val="0"/>
              </a:spcAft>
              <a:buSzPts val="3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97" name="Google Shape;1697;p19"/>
          <p:cNvSpPr txBox="1"/>
          <p:nvPr>
            <p:ph type="subTitle" idx="1"/>
          </p:nvPr>
        </p:nvSpPr>
        <p:spPr>
          <a:xfrm>
            <a:off x="720001" y="2142418"/>
            <a:ext cx="2166300" cy="6453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698" name="Google Shape;1698;p19"/>
          <p:cNvSpPr txBox="1"/>
          <p:nvPr>
            <p:ph type="title" idx="2"/>
          </p:nvPr>
        </p:nvSpPr>
        <p:spPr>
          <a:xfrm>
            <a:off x="720009" y="1748275"/>
            <a:ext cx="2166300" cy="316800"/>
          </a:xfrm>
          <a:prstGeom prst="rect">
            <a:avLst/>
          </a:prstGeom>
        </p:spPr>
        <p:txBody>
          <a:bodyPr spcFirstLastPara="1" wrap="square" lIns="0" tIns="0" rIns="0" bIns="0" anchor="ctr"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p:txBody>
      </p:sp>
      <p:sp>
        <p:nvSpPr>
          <p:cNvPr id="1699" name="Google Shape;1699;p19"/>
          <p:cNvSpPr txBox="1"/>
          <p:nvPr>
            <p:ph type="subTitle" idx="3"/>
          </p:nvPr>
        </p:nvSpPr>
        <p:spPr>
          <a:xfrm>
            <a:off x="720001" y="3680298"/>
            <a:ext cx="2166300" cy="6453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700" name="Google Shape;1700;p19"/>
          <p:cNvSpPr txBox="1"/>
          <p:nvPr>
            <p:ph type="title" idx="4"/>
          </p:nvPr>
        </p:nvSpPr>
        <p:spPr>
          <a:xfrm>
            <a:off x="720009" y="3286155"/>
            <a:ext cx="2166300" cy="316800"/>
          </a:xfrm>
          <a:prstGeom prst="rect">
            <a:avLst/>
          </a:prstGeom>
        </p:spPr>
        <p:txBody>
          <a:bodyPr spcFirstLastPara="1" wrap="square" lIns="0" tIns="0" rIns="0" bIns="0" anchor="ctr"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p:txBody>
      </p:sp>
      <p:sp>
        <p:nvSpPr>
          <p:cNvPr id="1701" name="Google Shape;1701;p19"/>
          <p:cNvSpPr txBox="1"/>
          <p:nvPr>
            <p:ph type="subTitle" idx="5"/>
          </p:nvPr>
        </p:nvSpPr>
        <p:spPr>
          <a:xfrm>
            <a:off x="3488851" y="2142418"/>
            <a:ext cx="2166300" cy="6453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702" name="Google Shape;1702;p19"/>
          <p:cNvSpPr txBox="1"/>
          <p:nvPr>
            <p:ph type="title" idx="6"/>
          </p:nvPr>
        </p:nvSpPr>
        <p:spPr>
          <a:xfrm>
            <a:off x="3488859" y="1748275"/>
            <a:ext cx="2166300" cy="316800"/>
          </a:xfrm>
          <a:prstGeom prst="rect">
            <a:avLst/>
          </a:prstGeom>
        </p:spPr>
        <p:txBody>
          <a:bodyPr spcFirstLastPara="1" wrap="square" lIns="0" tIns="0" rIns="0" bIns="0" anchor="ctr"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p:txBody>
      </p:sp>
      <p:sp>
        <p:nvSpPr>
          <p:cNvPr id="1703" name="Google Shape;1703;p19"/>
          <p:cNvSpPr txBox="1"/>
          <p:nvPr>
            <p:ph type="subTitle" idx="7"/>
          </p:nvPr>
        </p:nvSpPr>
        <p:spPr>
          <a:xfrm>
            <a:off x="3488851" y="3680298"/>
            <a:ext cx="2166300" cy="6453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704" name="Google Shape;1704;p19"/>
          <p:cNvSpPr txBox="1"/>
          <p:nvPr>
            <p:ph type="title" idx="8"/>
          </p:nvPr>
        </p:nvSpPr>
        <p:spPr>
          <a:xfrm>
            <a:off x="3488859" y="3286155"/>
            <a:ext cx="2166300" cy="316800"/>
          </a:xfrm>
          <a:prstGeom prst="rect">
            <a:avLst/>
          </a:prstGeom>
        </p:spPr>
        <p:txBody>
          <a:bodyPr spcFirstLastPara="1" wrap="square" lIns="0" tIns="0" rIns="0" bIns="0" anchor="ctr"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p:txBody>
      </p:sp>
      <p:sp>
        <p:nvSpPr>
          <p:cNvPr id="1705" name="Google Shape;1705;p19"/>
          <p:cNvSpPr txBox="1"/>
          <p:nvPr>
            <p:ph type="subTitle" idx="9"/>
          </p:nvPr>
        </p:nvSpPr>
        <p:spPr>
          <a:xfrm>
            <a:off x="6257701" y="2142418"/>
            <a:ext cx="2166300" cy="6453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706" name="Google Shape;1706;p19"/>
          <p:cNvSpPr txBox="1"/>
          <p:nvPr>
            <p:ph type="title" idx="13"/>
          </p:nvPr>
        </p:nvSpPr>
        <p:spPr>
          <a:xfrm>
            <a:off x="6257709" y="1748275"/>
            <a:ext cx="2166300" cy="316800"/>
          </a:xfrm>
          <a:prstGeom prst="rect">
            <a:avLst/>
          </a:prstGeom>
        </p:spPr>
        <p:txBody>
          <a:bodyPr spcFirstLastPara="1" wrap="square" lIns="0" tIns="0" rIns="0" bIns="0" anchor="ctr"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p:txBody>
      </p:sp>
      <p:sp>
        <p:nvSpPr>
          <p:cNvPr id="1707" name="Google Shape;1707;p19"/>
          <p:cNvSpPr txBox="1"/>
          <p:nvPr>
            <p:ph type="subTitle" idx="14"/>
          </p:nvPr>
        </p:nvSpPr>
        <p:spPr>
          <a:xfrm>
            <a:off x="6257701" y="3680298"/>
            <a:ext cx="2166300" cy="6453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708" name="Google Shape;1708;p19"/>
          <p:cNvSpPr txBox="1"/>
          <p:nvPr>
            <p:ph type="title" idx="15"/>
          </p:nvPr>
        </p:nvSpPr>
        <p:spPr>
          <a:xfrm>
            <a:off x="6257709" y="3286155"/>
            <a:ext cx="2166300" cy="316800"/>
          </a:xfrm>
          <a:prstGeom prst="rect">
            <a:avLst/>
          </a:prstGeom>
        </p:spPr>
        <p:txBody>
          <a:bodyPr spcFirstLastPara="1" wrap="square" lIns="0" tIns="0" rIns="0" bIns="0" anchor="ctr" anchorCtr="0">
            <a:noAutofit/>
          </a:bodyPr>
          <a:lstStyle>
            <a:lvl1pPr lvl="0" rtl="0">
              <a:spcBef>
                <a:spcPts val="0"/>
              </a:spcBef>
              <a:spcAft>
                <a:spcPts val="0"/>
              </a:spcAft>
              <a:buSzPts val="2400"/>
              <a:buNone/>
              <a:defRPr sz="24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anks">
  <p:cSld name="CUSTOM_6">
    <p:spTree>
      <p:nvGrpSpPr>
        <p:cNvPr id="1709" name="Shape 1709"/>
        <p:cNvGrpSpPr/>
        <p:nvPr/>
      </p:nvGrpSpPr>
      <p:grpSpPr>
        <a:xfrm>
          <a:off x="0" y="0"/>
          <a:ext cx="0" cy="0"/>
          <a:chOff x="0" y="0"/>
          <a:chExt cx="0" cy="0"/>
        </a:xfrm>
      </p:grpSpPr>
      <p:grpSp>
        <p:nvGrpSpPr>
          <p:cNvPr id="1710" name="Google Shape;1710;p20"/>
          <p:cNvGrpSpPr/>
          <p:nvPr/>
        </p:nvGrpSpPr>
        <p:grpSpPr>
          <a:xfrm>
            <a:off x="730476" y="4569012"/>
            <a:ext cx="1602149" cy="244468"/>
            <a:chOff x="1675453" y="-1233273"/>
            <a:chExt cx="1032712" cy="157579"/>
          </a:xfrm>
        </p:grpSpPr>
        <p:sp>
          <p:nvSpPr>
            <p:cNvPr id="1711" name="Google Shape;1711;p20"/>
            <p:cNvSpPr/>
            <p:nvPr/>
          </p:nvSpPr>
          <p:spPr>
            <a:xfrm flipH="1">
              <a:off x="2562766" y="-1233273"/>
              <a:ext cx="145399" cy="157579"/>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2" name="Google Shape;1712;p20"/>
            <p:cNvSpPr/>
            <p:nvPr/>
          </p:nvSpPr>
          <p:spPr>
            <a:xfrm flipH="1">
              <a:off x="2473573" y="-1233273"/>
              <a:ext cx="145982" cy="157579"/>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3" name="Google Shape;1713;p20"/>
            <p:cNvSpPr/>
            <p:nvPr/>
          </p:nvSpPr>
          <p:spPr>
            <a:xfrm flipH="1">
              <a:off x="2384964" y="-1233273"/>
              <a:ext cx="145982" cy="157579"/>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4" name="Google Shape;1714;p20"/>
            <p:cNvSpPr/>
            <p:nvPr/>
          </p:nvSpPr>
          <p:spPr>
            <a:xfrm flipH="1">
              <a:off x="2296354" y="-1233273"/>
              <a:ext cx="145982" cy="157579"/>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5" name="Google Shape;1715;p20"/>
            <p:cNvSpPr/>
            <p:nvPr/>
          </p:nvSpPr>
          <p:spPr>
            <a:xfrm flipH="1">
              <a:off x="2207719" y="-1233273"/>
              <a:ext cx="145982" cy="157579"/>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6" name="Google Shape;1716;p20"/>
            <p:cNvSpPr/>
            <p:nvPr/>
          </p:nvSpPr>
          <p:spPr>
            <a:xfrm flipH="1">
              <a:off x="2119110" y="-1233273"/>
              <a:ext cx="145982" cy="157579"/>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7" name="Google Shape;1717;p20"/>
            <p:cNvSpPr/>
            <p:nvPr/>
          </p:nvSpPr>
          <p:spPr>
            <a:xfrm flipH="1">
              <a:off x="2030500" y="-1233273"/>
              <a:ext cx="145982" cy="157579"/>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8" name="Google Shape;1718;p20"/>
            <p:cNvSpPr/>
            <p:nvPr/>
          </p:nvSpPr>
          <p:spPr>
            <a:xfrm flipH="1">
              <a:off x="1941891" y="-1233273"/>
              <a:ext cx="145399" cy="157579"/>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19" name="Google Shape;1719;p20"/>
            <p:cNvSpPr/>
            <p:nvPr/>
          </p:nvSpPr>
          <p:spPr>
            <a:xfrm flipH="1">
              <a:off x="1853256" y="-1233273"/>
              <a:ext cx="145399" cy="157579"/>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0" name="Google Shape;1720;p20"/>
            <p:cNvSpPr/>
            <p:nvPr/>
          </p:nvSpPr>
          <p:spPr>
            <a:xfrm flipH="1">
              <a:off x="1764063" y="-1233273"/>
              <a:ext cx="145982" cy="157579"/>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1" name="Google Shape;1721;p20"/>
            <p:cNvSpPr/>
            <p:nvPr/>
          </p:nvSpPr>
          <p:spPr>
            <a:xfrm flipH="1">
              <a:off x="1675453" y="-1233273"/>
              <a:ext cx="145982" cy="157579"/>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722" name="Google Shape;1722;p20"/>
          <p:cNvGrpSpPr/>
          <p:nvPr/>
        </p:nvGrpSpPr>
        <p:grpSpPr>
          <a:xfrm>
            <a:off x="8488400" y="2728975"/>
            <a:ext cx="1552150" cy="3475150"/>
            <a:chOff x="327125" y="2375600"/>
            <a:chExt cx="1552150" cy="3475150"/>
          </a:xfrm>
        </p:grpSpPr>
        <p:sp>
          <p:nvSpPr>
            <p:cNvPr id="1723" name="Google Shape;1723;p20"/>
            <p:cNvSpPr/>
            <p:nvPr/>
          </p:nvSpPr>
          <p:spPr>
            <a:xfrm>
              <a:off x="531425" y="2394425"/>
              <a:ext cx="115850" cy="3456325"/>
            </a:xfrm>
            <a:custGeom>
              <a:avLst/>
              <a:gdLst/>
              <a:ahLst/>
              <a:cxnLst/>
              <a:rect l="l" t="t" r="r" b="b"/>
              <a:pathLst>
                <a:path w="4634" h="138253" fill="none" extrusionOk="0">
                  <a:moveTo>
                    <a:pt x="3150" y="138253"/>
                  </a:moveTo>
                  <a:lnTo>
                    <a:pt x="3150" y="54872"/>
                  </a:lnTo>
                  <a:lnTo>
                    <a:pt x="0" y="51722"/>
                  </a:lnTo>
                  <a:lnTo>
                    <a:pt x="0" y="28714"/>
                  </a:lnTo>
                  <a:lnTo>
                    <a:pt x="4634" y="24058"/>
                  </a:lnTo>
                  <a:lnTo>
                    <a:pt x="463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4" name="Google Shape;1724;p20"/>
            <p:cNvSpPr/>
            <p:nvPr/>
          </p:nvSpPr>
          <p:spPr>
            <a:xfrm>
              <a:off x="627275" y="2375600"/>
              <a:ext cx="39975" cy="39950"/>
            </a:xfrm>
            <a:custGeom>
              <a:avLst/>
              <a:gdLst/>
              <a:ahLst/>
              <a:cxnLst/>
              <a:rect l="l" t="t" r="r" b="b"/>
              <a:pathLst>
                <a:path w="1599" h="1598" extrusionOk="0">
                  <a:moveTo>
                    <a:pt x="800" y="0"/>
                  </a:moveTo>
                  <a:cubicBezTo>
                    <a:pt x="366" y="0"/>
                    <a:pt x="1" y="365"/>
                    <a:pt x="1" y="799"/>
                  </a:cubicBezTo>
                  <a:cubicBezTo>
                    <a:pt x="1" y="1233"/>
                    <a:pt x="366" y="1598"/>
                    <a:pt x="800" y="1598"/>
                  </a:cubicBezTo>
                  <a:cubicBezTo>
                    <a:pt x="1256" y="1598"/>
                    <a:pt x="1599" y="1233"/>
                    <a:pt x="1599" y="799"/>
                  </a:cubicBezTo>
                  <a:cubicBezTo>
                    <a:pt x="1599" y="365"/>
                    <a:pt x="1256" y="0"/>
                    <a:pt x="8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5" name="Google Shape;1725;p20"/>
            <p:cNvSpPr/>
            <p:nvPr/>
          </p:nvSpPr>
          <p:spPr>
            <a:xfrm>
              <a:off x="347100" y="2923975"/>
              <a:ext cx="112450" cy="2344175"/>
            </a:xfrm>
            <a:custGeom>
              <a:avLst/>
              <a:gdLst/>
              <a:ahLst/>
              <a:cxnLst/>
              <a:rect l="l" t="t" r="r" b="b"/>
              <a:pathLst>
                <a:path w="4498" h="93767" fill="none" extrusionOk="0">
                  <a:moveTo>
                    <a:pt x="4497" y="93766"/>
                  </a:moveTo>
                  <a:lnTo>
                    <a:pt x="4497" y="50855"/>
                  </a:lnTo>
                  <a:lnTo>
                    <a:pt x="1" y="46358"/>
                  </a:lnTo>
                  <a:lnTo>
                    <a:pt x="1" y="0"/>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6" name="Google Shape;1726;p20"/>
            <p:cNvSpPr/>
            <p:nvPr/>
          </p:nvSpPr>
          <p:spPr>
            <a:xfrm>
              <a:off x="327125" y="2904575"/>
              <a:ext cx="39975" cy="39950"/>
            </a:xfrm>
            <a:custGeom>
              <a:avLst/>
              <a:gdLst/>
              <a:ahLst/>
              <a:cxnLst/>
              <a:rect l="l" t="t" r="r" b="b"/>
              <a:pathLst>
                <a:path w="1599" h="1598" extrusionOk="0">
                  <a:moveTo>
                    <a:pt x="800" y="0"/>
                  </a:moveTo>
                  <a:cubicBezTo>
                    <a:pt x="366" y="0"/>
                    <a:pt x="1" y="365"/>
                    <a:pt x="1" y="799"/>
                  </a:cubicBezTo>
                  <a:cubicBezTo>
                    <a:pt x="1" y="1255"/>
                    <a:pt x="366" y="1598"/>
                    <a:pt x="800" y="1598"/>
                  </a:cubicBezTo>
                  <a:cubicBezTo>
                    <a:pt x="1233" y="1598"/>
                    <a:pt x="1599" y="1255"/>
                    <a:pt x="1599" y="799"/>
                  </a:cubicBezTo>
                  <a:cubicBezTo>
                    <a:pt x="1599" y="365"/>
                    <a:pt x="1233" y="0"/>
                    <a:pt x="80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7" name="Google Shape;1727;p20"/>
            <p:cNvSpPr/>
            <p:nvPr/>
          </p:nvSpPr>
          <p:spPr>
            <a:xfrm>
              <a:off x="347100" y="2676875"/>
              <a:ext cx="192900" cy="374375"/>
            </a:xfrm>
            <a:custGeom>
              <a:avLst/>
              <a:gdLst/>
              <a:ahLst/>
              <a:cxnLst/>
              <a:rect l="l" t="t" r="r" b="b"/>
              <a:pathLst>
                <a:path w="7716" h="14975" fill="none" extrusionOk="0">
                  <a:moveTo>
                    <a:pt x="1" y="14974"/>
                  </a:moveTo>
                  <a:lnTo>
                    <a:pt x="7716" y="7259"/>
                  </a:lnTo>
                  <a:lnTo>
                    <a:pt x="7716" y="1"/>
                  </a:lnTo>
                </a:path>
              </a:pathLst>
            </a:custGeom>
            <a:solidFill>
              <a:schemeClr val="accent1"/>
            </a:solidFill>
            <a:ln w="13125" cap="flat" cmpd="sng">
              <a:solidFill>
                <a:schemeClr val="accent1"/>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8" name="Google Shape;1728;p20"/>
            <p:cNvSpPr/>
            <p:nvPr/>
          </p:nvSpPr>
          <p:spPr>
            <a:xfrm>
              <a:off x="520000" y="2658050"/>
              <a:ext cx="39975" cy="39975"/>
            </a:xfrm>
            <a:custGeom>
              <a:avLst/>
              <a:gdLst/>
              <a:ahLst/>
              <a:cxnLst/>
              <a:rect l="l" t="t" r="r" b="b"/>
              <a:pathLst>
                <a:path w="1599" h="1599" extrusionOk="0">
                  <a:moveTo>
                    <a:pt x="800" y="1"/>
                  </a:moveTo>
                  <a:cubicBezTo>
                    <a:pt x="366" y="1"/>
                    <a:pt x="1" y="366"/>
                    <a:pt x="1" y="799"/>
                  </a:cubicBezTo>
                  <a:cubicBezTo>
                    <a:pt x="1" y="1233"/>
                    <a:pt x="366" y="1598"/>
                    <a:pt x="800" y="1598"/>
                  </a:cubicBezTo>
                  <a:cubicBezTo>
                    <a:pt x="1233" y="1598"/>
                    <a:pt x="1598" y="1233"/>
                    <a:pt x="1598" y="799"/>
                  </a:cubicBezTo>
                  <a:cubicBezTo>
                    <a:pt x="1598" y="366"/>
                    <a:pt x="1233" y="1"/>
                    <a:pt x="80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29" name="Google Shape;1729;p20"/>
            <p:cNvSpPr/>
            <p:nvPr/>
          </p:nvSpPr>
          <p:spPr>
            <a:xfrm>
              <a:off x="347100" y="4357400"/>
              <a:ext cx="25" cy="971225"/>
            </a:xfrm>
            <a:custGeom>
              <a:avLst/>
              <a:gdLst/>
              <a:ahLst/>
              <a:cxnLst/>
              <a:rect l="l" t="t" r="r" b="b"/>
              <a:pathLst>
                <a:path w="1" h="38849" fill="none" extrusionOk="0">
                  <a:moveTo>
                    <a:pt x="1" y="38849"/>
                  </a:move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0" name="Google Shape;1730;p20"/>
            <p:cNvSpPr/>
            <p:nvPr/>
          </p:nvSpPr>
          <p:spPr>
            <a:xfrm>
              <a:off x="327125" y="433855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33" y="1599"/>
                    <a:pt x="1599" y="1234"/>
                    <a:pt x="1599" y="800"/>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1" name="Google Shape;1731;p20"/>
            <p:cNvSpPr/>
            <p:nvPr/>
          </p:nvSpPr>
          <p:spPr>
            <a:xfrm>
              <a:off x="690625" y="3227550"/>
              <a:ext cx="172925" cy="2083400"/>
            </a:xfrm>
            <a:custGeom>
              <a:avLst/>
              <a:gdLst/>
              <a:ahLst/>
              <a:cxnLst/>
              <a:rect l="l" t="t" r="r" b="b"/>
              <a:pathLst>
                <a:path w="6917" h="83336" fill="none" extrusionOk="0">
                  <a:moveTo>
                    <a:pt x="6917" y="83335"/>
                  </a:moveTo>
                  <a:lnTo>
                    <a:pt x="0" y="76396"/>
                  </a:lnTo>
                  <a:lnTo>
                    <a:pt x="0" y="15841"/>
                  </a:lnTo>
                  <a:lnTo>
                    <a:pt x="4954" y="10865"/>
                  </a:lnTo>
                  <a:lnTo>
                    <a:pt x="4954"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2" name="Google Shape;1732;p20"/>
            <p:cNvSpPr/>
            <p:nvPr/>
          </p:nvSpPr>
          <p:spPr>
            <a:xfrm>
              <a:off x="794475" y="3208700"/>
              <a:ext cx="39975" cy="39975"/>
            </a:xfrm>
            <a:custGeom>
              <a:avLst/>
              <a:gdLst/>
              <a:ahLst/>
              <a:cxnLst/>
              <a:rect l="l" t="t" r="r" b="b"/>
              <a:pathLst>
                <a:path w="1599" h="1599" extrusionOk="0">
                  <a:moveTo>
                    <a:pt x="800" y="1"/>
                  </a:moveTo>
                  <a:cubicBezTo>
                    <a:pt x="366" y="1"/>
                    <a:pt x="1" y="343"/>
                    <a:pt x="1" y="800"/>
                  </a:cubicBezTo>
                  <a:cubicBezTo>
                    <a:pt x="1" y="1234"/>
                    <a:pt x="366" y="1599"/>
                    <a:pt x="800" y="1599"/>
                  </a:cubicBezTo>
                  <a:cubicBezTo>
                    <a:pt x="1256" y="1599"/>
                    <a:pt x="1598" y="1234"/>
                    <a:pt x="1598" y="800"/>
                  </a:cubicBezTo>
                  <a:cubicBezTo>
                    <a:pt x="1598" y="343"/>
                    <a:pt x="1256"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3" name="Google Shape;1733;p20"/>
            <p:cNvSpPr/>
            <p:nvPr/>
          </p:nvSpPr>
          <p:spPr>
            <a:xfrm>
              <a:off x="776800" y="3899750"/>
              <a:ext cx="25" cy="1084800"/>
            </a:xfrm>
            <a:custGeom>
              <a:avLst/>
              <a:gdLst/>
              <a:ahLst/>
              <a:cxnLst/>
              <a:rect l="l" t="t" r="r" b="b"/>
              <a:pathLst>
                <a:path w="1" h="43392" fill="none" extrusionOk="0">
                  <a:moveTo>
                    <a:pt x="0" y="43391"/>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4" name="Google Shape;1734;p20"/>
            <p:cNvSpPr/>
            <p:nvPr/>
          </p:nvSpPr>
          <p:spPr>
            <a:xfrm>
              <a:off x="756825" y="4963400"/>
              <a:ext cx="40525" cy="39975"/>
            </a:xfrm>
            <a:custGeom>
              <a:avLst/>
              <a:gdLst/>
              <a:ahLst/>
              <a:cxnLst/>
              <a:rect l="l" t="t" r="r" b="b"/>
              <a:pathLst>
                <a:path w="1621" h="1599" extrusionOk="0">
                  <a:moveTo>
                    <a:pt x="799" y="1"/>
                  </a:moveTo>
                  <a:cubicBezTo>
                    <a:pt x="365" y="1"/>
                    <a:pt x="0" y="366"/>
                    <a:pt x="0" y="800"/>
                  </a:cubicBezTo>
                  <a:cubicBezTo>
                    <a:pt x="0" y="1233"/>
                    <a:pt x="365" y="1598"/>
                    <a:pt x="799" y="1598"/>
                  </a:cubicBezTo>
                  <a:cubicBezTo>
                    <a:pt x="1256" y="1598"/>
                    <a:pt x="1621" y="1233"/>
                    <a:pt x="1621" y="800"/>
                  </a:cubicBezTo>
                  <a:cubicBezTo>
                    <a:pt x="1621" y="366"/>
                    <a:pt x="1256"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5" name="Google Shape;1735;p20"/>
            <p:cNvSpPr/>
            <p:nvPr/>
          </p:nvSpPr>
          <p:spPr>
            <a:xfrm>
              <a:off x="756825" y="3880925"/>
              <a:ext cx="40525" cy="39950"/>
            </a:xfrm>
            <a:custGeom>
              <a:avLst/>
              <a:gdLst/>
              <a:ahLst/>
              <a:cxnLst/>
              <a:rect l="l" t="t" r="r" b="b"/>
              <a:pathLst>
                <a:path w="1621" h="1598" extrusionOk="0">
                  <a:moveTo>
                    <a:pt x="799" y="0"/>
                  </a:moveTo>
                  <a:cubicBezTo>
                    <a:pt x="365" y="0"/>
                    <a:pt x="0" y="342"/>
                    <a:pt x="0" y="799"/>
                  </a:cubicBezTo>
                  <a:cubicBezTo>
                    <a:pt x="0" y="1233"/>
                    <a:pt x="365" y="1598"/>
                    <a:pt x="799" y="1598"/>
                  </a:cubicBezTo>
                  <a:cubicBezTo>
                    <a:pt x="1256" y="1598"/>
                    <a:pt x="1621" y="1233"/>
                    <a:pt x="1621" y="799"/>
                  </a:cubicBezTo>
                  <a:cubicBezTo>
                    <a:pt x="1621" y="342"/>
                    <a:pt x="1256"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6" name="Google Shape;1736;p20"/>
            <p:cNvSpPr/>
            <p:nvPr/>
          </p:nvSpPr>
          <p:spPr>
            <a:xfrm>
              <a:off x="861250" y="3692600"/>
              <a:ext cx="445675" cy="1618350"/>
            </a:xfrm>
            <a:custGeom>
              <a:avLst/>
              <a:gdLst/>
              <a:ahLst/>
              <a:cxnLst/>
              <a:rect l="l" t="t" r="r" b="b"/>
              <a:pathLst>
                <a:path w="17827" h="64734" fill="none" extrusionOk="0">
                  <a:moveTo>
                    <a:pt x="17827" y="64733"/>
                  </a:moveTo>
                  <a:lnTo>
                    <a:pt x="4314" y="51221"/>
                  </a:lnTo>
                  <a:lnTo>
                    <a:pt x="4314" y="28258"/>
                  </a:lnTo>
                  <a:lnTo>
                    <a:pt x="0" y="23944"/>
                  </a:lnTo>
                  <a:lnTo>
                    <a:pt x="0"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7" name="Google Shape;1737;p20"/>
            <p:cNvSpPr/>
            <p:nvPr/>
          </p:nvSpPr>
          <p:spPr>
            <a:xfrm>
              <a:off x="841275" y="3673200"/>
              <a:ext cx="39975" cy="40550"/>
            </a:xfrm>
            <a:custGeom>
              <a:avLst/>
              <a:gdLst/>
              <a:ahLst/>
              <a:cxnLst/>
              <a:rect l="l" t="t" r="r" b="b"/>
              <a:pathLst>
                <a:path w="1599" h="1622" extrusionOk="0">
                  <a:moveTo>
                    <a:pt x="799" y="1"/>
                  </a:moveTo>
                  <a:cubicBezTo>
                    <a:pt x="343" y="1"/>
                    <a:pt x="0" y="366"/>
                    <a:pt x="0" y="800"/>
                  </a:cubicBezTo>
                  <a:cubicBezTo>
                    <a:pt x="0" y="1256"/>
                    <a:pt x="343" y="1621"/>
                    <a:pt x="799" y="1621"/>
                  </a:cubicBezTo>
                  <a:cubicBezTo>
                    <a:pt x="1233" y="1621"/>
                    <a:pt x="1598" y="1256"/>
                    <a:pt x="1598" y="800"/>
                  </a:cubicBezTo>
                  <a:cubicBezTo>
                    <a:pt x="1598" y="366"/>
                    <a:pt x="1233" y="1"/>
                    <a:pt x="799"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8" name="Google Shape;1738;p20"/>
            <p:cNvSpPr/>
            <p:nvPr/>
          </p:nvSpPr>
          <p:spPr>
            <a:xfrm>
              <a:off x="969100" y="4182200"/>
              <a:ext cx="174625" cy="556975"/>
            </a:xfrm>
            <a:custGeom>
              <a:avLst/>
              <a:gdLst/>
              <a:ahLst/>
              <a:cxnLst/>
              <a:rect l="l" t="t" r="r" b="b"/>
              <a:pathLst>
                <a:path w="6985" h="22279" fill="none" extrusionOk="0">
                  <a:moveTo>
                    <a:pt x="0" y="22278"/>
                  </a:moveTo>
                  <a:lnTo>
                    <a:pt x="6985" y="15294"/>
                  </a:lnTo>
                  <a:lnTo>
                    <a:pt x="6985" y="1"/>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39" name="Google Shape;1739;p20"/>
            <p:cNvSpPr/>
            <p:nvPr/>
          </p:nvSpPr>
          <p:spPr>
            <a:xfrm>
              <a:off x="1123725" y="4163375"/>
              <a:ext cx="39975" cy="39975"/>
            </a:xfrm>
            <a:custGeom>
              <a:avLst/>
              <a:gdLst/>
              <a:ahLst/>
              <a:cxnLst/>
              <a:rect l="l" t="t" r="r" b="b"/>
              <a:pathLst>
                <a:path w="1599" h="1599" extrusionOk="0">
                  <a:moveTo>
                    <a:pt x="800" y="1"/>
                  </a:moveTo>
                  <a:cubicBezTo>
                    <a:pt x="343" y="1"/>
                    <a:pt x="1" y="343"/>
                    <a:pt x="1" y="799"/>
                  </a:cubicBezTo>
                  <a:cubicBezTo>
                    <a:pt x="1" y="1233"/>
                    <a:pt x="343" y="1598"/>
                    <a:pt x="800" y="1598"/>
                  </a:cubicBezTo>
                  <a:cubicBezTo>
                    <a:pt x="1233" y="1598"/>
                    <a:pt x="1599" y="1233"/>
                    <a:pt x="1599" y="799"/>
                  </a:cubicBezTo>
                  <a:cubicBezTo>
                    <a:pt x="1599" y="343"/>
                    <a:pt x="1233" y="1"/>
                    <a:pt x="800"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0" name="Google Shape;1740;p20"/>
            <p:cNvSpPr/>
            <p:nvPr/>
          </p:nvSpPr>
          <p:spPr>
            <a:xfrm>
              <a:off x="1393075" y="4882950"/>
              <a:ext cx="25" cy="428000"/>
            </a:xfrm>
            <a:custGeom>
              <a:avLst/>
              <a:gdLst/>
              <a:ahLst/>
              <a:cxnLst/>
              <a:rect l="l" t="t" r="r" b="b"/>
              <a:pathLst>
                <a:path w="1" h="17120" fill="none" extrusionOk="0">
                  <a:moveTo>
                    <a:pt x="0" y="17119"/>
                  </a:moveTo>
                  <a:lnTo>
                    <a:pt x="0"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1" name="Google Shape;1741;p20"/>
            <p:cNvSpPr/>
            <p:nvPr/>
          </p:nvSpPr>
          <p:spPr>
            <a:xfrm>
              <a:off x="1373100" y="4864125"/>
              <a:ext cx="39975" cy="39950"/>
            </a:xfrm>
            <a:custGeom>
              <a:avLst/>
              <a:gdLst/>
              <a:ahLst/>
              <a:cxnLst/>
              <a:rect l="l" t="t" r="r" b="b"/>
              <a:pathLst>
                <a:path w="1599" h="1598" extrusionOk="0">
                  <a:moveTo>
                    <a:pt x="799" y="0"/>
                  </a:moveTo>
                  <a:cubicBezTo>
                    <a:pt x="343" y="0"/>
                    <a:pt x="1" y="365"/>
                    <a:pt x="1" y="799"/>
                  </a:cubicBezTo>
                  <a:cubicBezTo>
                    <a:pt x="1" y="1233"/>
                    <a:pt x="343" y="1598"/>
                    <a:pt x="799" y="1598"/>
                  </a:cubicBezTo>
                  <a:cubicBezTo>
                    <a:pt x="1233" y="1598"/>
                    <a:pt x="1598" y="1233"/>
                    <a:pt x="1598" y="799"/>
                  </a:cubicBezTo>
                  <a:cubicBezTo>
                    <a:pt x="1598" y="365"/>
                    <a:pt x="1233" y="0"/>
                    <a:pt x="799"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2" name="Google Shape;1742;p20"/>
            <p:cNvSpPr/>
            <p:nvPr/>
          </p:nvSpPr>
          <p:spPr>
            <a:xfrm>
              <a:off x="1714900" y="4922900"/>
              <a:ext cx="164375" cy="388050"/>
            </a:xfrm>
            <a:custGeom>
              <a:avLst/>
              <a:gdLst/>
              <a:ahLst/>
              <a:cxnLst/>
              <a:rect l="l" t="t" r="r" b="b"/>
              <a:pathLst>
                <a:path w="6575" h="15522" fill="none" extrusionOk="0">
                  <a:moveTo>
                    <a:pt x="6575" y="15521"/>
                  </a:moveTo>
                  <a:lnTo>
                    <a:pt x="6575" y="6574"/>
                  </a:lnTo>
                  <a:lnTo>
                    <a:pt x="1" y="0"/>
                  </a:lnTo>
                </a:path>
              </a:pathLst>
            </a:custGeom>
            <a:solidFill>
              <a:schemeClr val="accent2"/>
            </a:solidFill>
            <a:ln w="13125" cap="flat" cmpd="sng">
              <a:solidFill>
                <a:schemeClr val="accent2"/>
              </a:solidFill>
              <a:prstDash val="solid"/>
              <a:miter lim="22825"/>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3" name="Google Shape;1743;p20"/>
            <p:cNvSpPr/>
            <p:nvPr/>
          </p:nvSpPr>
          <p:spPr>
            <a:xfrm>
              <a:off x="1693800" y="4903475"/>
              <a:ext cx="43950" cy="40275"/>
            </a:xfrm>
            <a:custGeom>
              <a:avLst/>
              <a:gdLst/>
              <a:ahLst/>
              <a:cxnLst/>
              <a:rect l="l" t="t" r="r" b="b"/>
              <a:pathLst>
                <a:path w="1758" h="1611" extrusionOk="0">
                  <a:moveTo>
                    <a:pt x="868" y="1"/>
                  </a:moveTo>
                  <a:cubicBezTo>
                    <a:pt x="662" y="1"/>
                    <a:pt x="457" y="92"/>
                    <a:pt x="297" y="252"/>
                  </a:cubicBezTo>
                  <a:cubicBezTo>
                    <a:pt x="0" y="549"/>
                    <a:pt x="0" y="1074"/>
                    <a:pt x="297" y="1370"/>
                  </a:cubicBezTo>
                  <a:cubicBezTo>
                    <a:pt x="457" y="1530"/>
                    <a:pt x="662" y="1610"/>
                    <a:pt x="868" y="1610"/>
                  </a:cubicBezTo>
                  <a:cubicBezTo>
                    <a:pt x="1073" y="1610"/>
                    <a:pt x="1279" y="1530"/>
                    <a:pt x="1438" y="1370"/>
                  </a:cubicBezTo>
                  <a:cubicBezTo>
                    <a:pt x="1758" y="1074"/>
                    <a:pt x="1758" y="549"/>
                    <a:pt x="1438" y="252"/>
                  </a:cubicBezTo>
                  <a:cubicBezTo>
                    <a:pt x="1279" y="92"/>
                    <a:pt x="1073" y="1"/>
                    <a:pt x="868" y="1"/>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744" name="Google Shape;1744;p20"/>
          <p:cNvGrpSpPr/>
          <p:nvPr/>
        </p:nvGrpSpPr>
        <p:grpSpPr>
          <a:xfrm>
            <a:off x="-364925" y="-2353500"/>
            <a:ext cx="9644000" cy="3383025"/>
            <a:chOff x="-364925" y="-2353500"/>
            <a:chExt cx="9644000" cy="3383025"/>
          </a:xfrm>
        </p:grpSpPr>
        <p:grpSp>
          <p:nvGrpSpPr>
            <p:cNvPr id="1745" name="Google Shape;1745;p20"/>
            <p:cNvGrpSpPr/>
            <p:nvPr/>
          </p:nvGrpSpPr>
          <p:grpSpPr>
            <a:xfrm>
              <a:off x="-364925" y="-2353500"/>
              <a:ext cx="9644000" cy="3383025"/>
              <a:chOff x="-364925" y="-1720950"/>
              <a:chExt cx="9644000" cy="3383025"/>
            </a:xfrm>
          </p:grpSpPr>
          <p:grpSp>
            <p:nvGrpSpPr>
              <p:cNvPr id="1746" name="Google Shape;1746;p20"/>
              <p:cNvGrpSpPr/>
              <p:nvPr/>
            </p:nvGrpSpPr>
            <p:grpSpPr>
              <a:xfrm flipH="1">
                <a:off x="-364925" y="-1720950"/>
                <a:ext cx="8364453" cy="3383025"/>
                <a:chOff x="-572625" y="294775"/>
                <a:chExt cx="8364453" cy="3383025"/>
              </a:xfrm>
            </p:grpSpPr>
            <p:sp>
              <p:nvSpPr>
                <p:cNvPr id="1747" name="Google Shape;1747;p20"/>
                <p:cNvSpPr/>
                <p:nvPr/>
              </p:nvSpPr>
              <p:spPr>
                <a:xfrm>
                  <a:off x="1686375" y="607200"/>
                  <a:ext cx="142125" cy="129550"/>
                </a:xfrm>
                <a:custGeom>
                  <a:avLst/>
                  <a:gdLst/>
                  <a:ahLst/>
                  <a:cxnLst/>
                  <a:rect l="l" t="t" r="r" b="b"/>
                  <a:pathLst>
                    <a:path w="5685" h="5182" extrusionOk="0">
                      <a:moveTo>
                        <a:pt x="2834" y="1"/>
                      </a:moveTo>
                      <a:cubicBezTo>
                        <a:pt x="2169" y="1"/>
                        <a:pt x="1507" y="252"/>
                        <a:pt x="1005" y="754"/>
                      </a:cubicBezTo>
                      <a:cubicBezTo>
                        <a:pt x="1" y="1781"/>
                        <a:pt x="1" y="3402"/>
                        <a:pt x="1005" y="4429"/>
                      </a:cubicBezTo>
                      <a:cubicBezTo>
                        <a:pt x="1507" y="4931"/>
                        <a:pt x="2169" y="5182"/>
                        <a:pt x="2834" y="5182"/>
                      </a:cubicBezTo>
                      <a:cubicBezTo>
                        <a:pt x="3499" y="5182"/>
                        <a:pt x="4166" y="4931"/>
                        <a:pt x="4680" y="4429"/>
                      </a:cubicBezTo>
                      <a:cubicBezTo>
                        <a:pt x="5684" y="3402"/>
                        <a:pt x="5684" y="1781"/>
                        <a:pt x="4680" y="754"/>
                      </a:cubicBezTo>
                      <a:cubicBezTo>
                        <a:pt x="4166" y="252"/>
                        <a:pt x="3499" y="1"/>
                        <a:pt x="28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8" name="Google Shape;1748;p20"/>
                <p:cNvSpPr/>
                <p:nvPr/>
              </p:nvSpPr>
              <p:spPr>
                <a:xfrm>
                  <a:off x="66098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49" name="Google Shape;1749;p20"/>
                <p:cNvSpPr/>
                <p:nvPr/>
              </p:nvSpPr>
              <p:spPr>
                <a:xfrm>
                  <a:off x="6721650" y="3191600"/>
                  <a:ext cx="149525" cy="93025"/>
                </a:xfrm>
                <a:custGeom>
                  <a:avLst/>
                  <a:gdLst/>
                  <a:ahLst/>
                  <a:cxnLst/>
                  <a:rect l="l" t="t" r="r" b="b"/>
                  <a:pathLst>
                    <a:path w="5981" h="3721" extrusionOk="0">
                      <a:moveTo>
                        <a:pt x="0" y="0"/>
                      </a:moveTo>
                      <a:lnTo>
                        <a:pt x="3584" y="3721"/>
                      </a:lnTo>
                      <a:lnTo>
                        <a:pt x="5980"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0" name="Google Shape;1750;p20"/>
                <p:cNvSpPr/>
                <p:nvPr/>
              </p:nvSpPr>
              <p:spPr>
                <a:xfrm>
                  <a:off x="68340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1" name="Google Shape;1751;p20"/>
                <p:cNvSpPr/>
                <p:nvPr/>
              </p:nvSpPr>
              <p:spPr>
                <a:xfrm>
                  <a:off x="6945900" y="3191600"/>
                  <a:ext cx="148950" cy="93025"/>
                </a:xfrm>
                <a:custGeom>
                  <a:avLst/>
                  <a:gdLst/>
                  <a:ahLst/>
                  <a:cxnLst/>
                  <a:rect l="l" t="t" r="r" b="b"/>
                  <a:pathLst>
                    <a:path w="5958" h="3721" extrusionOk="0">
                      <a:moveTo>
                        <a:pt x="0" y="0"/>
                      </a:moveTo>
                      <a:lnTo>
                        <a:pt x="3584" y="3721"/>
                      </a:lnTo>
                      <a:lnTo>
                        <a:pt x="5958"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2" name="Google Shape;1752;p20"/>
                <p:cNvSpPr/>
                <p:nvPr/>
              </p:nvSpPr>
              <p:spPr>
                <a:xfrm>
                  <a:off x="7057750" y="3191600"/>
                  <a:ext cx="149525" cy="93025"/>
                </a:xfrm>
                <a:custGeom>
                  <a:avLst/>
                  <a:gdLst/>
                  <a:ahLst/>
                  <a:cxnLst/>
                  <a:rect l="l" t="t" r="r" b="b"/>
                  <a:pathLst>
                    <a:path w="5981" h="3721" extrusionOk="0">
                      <a:moveTo>
                        <a:pt x="0" y="0"/>
                      </a:moveTo>
                      <a:lnTo>
                        <a:pt x="3607" y="3721"/>
                      </a:lnTo>
                      <a:lnTo>
                        <a:pt x="5980" y="3721"/>
                      </a:lnTo>
                      <a:lnTo>
                        <a:pt x="239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3" name="Google Shape;1753;p20"/>
                <p:cNvSpPr/>
                <p:nvPr/>
              </p:nvSpPr>
              <p:spPr>
                <a:xfrm>
                  <a:off x="7170150" y="3191600"/>
                  <a:ext cx="148975" cy="93025"/>
                </a:xfrm>
                <a:custGeom>
                  <a:avLst/>
                  <a:gdLst/>
                  <a:ahLst/>
                  <a:cxnLst/>
                  <a:rect l="l" t="t" r="r" b="b"/>
                  <a:pathLst>
                    <a:path w="5959" h="3721" extrusionOk="0">
                      <a:moveTo>
                        <a:pt x="1" y="0"/>
                      </a:moveTo>
                      <a:lnTo>
                        <a:pt x="3584" y="3721"/>
                      </a:lnTo>
                      <a:lnTo>
                        <a:pt x="5958" y="3721"/>
                      </a:lnTo>
                      <a:lnTo>
                        <a:pt x="237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4" name="Google Shape;1754;p20"/>
                <p:cNvSpPr/>
                <p:nvPr/>
              </p:nvSpPr>
              <p:spPr>
                <a:xfrm>
                  <a:off x="7282000" y="3191600"/>
                  <a:ext cx="149525" cy="93025"/>
                </a:xfrm>
                <a:custGeom>
                  <a:avLst/>
                  <a:gdLst/>
                  <a:ahLst/>
                  <a:cxnLst/>
                  <a:rect l="l" t="t" r="r" b="b"/>
                  <a:pathLst>
                    <a:path w="5981" h="3721" extrusionOk="0">
                      <a:moveTo>
                        <a:pt x="1" y="0"/>
                      </a:moveTo>
                      <a:lnTo>
                        <a:pt x="3584" y="3721"/>
                      </a:lnTo>
                      <a:lnTo>
                        <a:pt x="5981" y="3721"/>
                      </a:lnTo>
                      <a:lnTo>
                        <a:pt x="237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5" name="Google Shape;1755;p20"/>
                <p:cNvSpPr/>
                <p:nvPr/>
              </p:nvSpPr>
              <p:spPr>
                <a:xfrm>
                  <a:off x="2406525" y="1218350"/>
                  <a:ext cx="5385303" cy="1110475"/>
                </a:xfrm>
                <a:custGeom>
                  <a:avLst/>
                  <a:gdLst/>
                  <a:ahLst/>
                  <a:cxnLst/>
                  <a:rect l="l" t="t" r="r" b="b"/>
                  <a:pathLst>
                    <a:path w="206136" h="44419" extrusionOk="0">
                      <a:moveTo>
                        <a:pt x="183" y="0"/>
                      </a:moveTo>
                      <a:cubicBezTo>
                        <a:pt x="91" y="0"/>
                        <a:pt x="0" y="92"/>
                        <a:pt x="0" y="206"/>
                      </a:cubicBezTo>
                      <a:cubicBezTo>
                        <a:pt x="0" y="297"/>
                        <a:pt x="91" y="388"/>
                        <a:pt x="183" y="388"/>
                      </a:cubicBezTo>
                      <a:lnTo>
                        <a:pt x="31887" y="388"/>
                      </a:lnTo>
                      <a:lnTo>
                        <a:pt x="54507" y="23031"/>
                      </a:lnTo>
                      <a:lnTo>
                        <a:pt x="101870" y="23031"/>
                      </a:lnTo>
                      <a:lnTo>
                        <a:pt x="123257" y="44418"/>
                      </a:lnTo>
                      <a:lnTo>
                        <a:pt x="205930" y="44418"/>
                      </a:lnTo>
                      <a:cubicBezTo>
                        <a:pt x="206044" y="44418"/>
                        <a:pt x="206136" y="44327"/>
                        <a:pt x="206136" y="44213"/>
                      </a:cubicBezTo>
                      <a:cubicBezTo>
                        <a:pt x="206136" y="44122"/>
                        <a:pt x="206044" y="44030"/>
                        <a:pt x="205930" y="44030"/>
                      </a:cubicBezTo>
                      <a:lnTo>
                        <a:pt x="123417" y="44030"/>
                      </a:lnTo>
                      <a:lnTo>
                        <a:pt x="102029" y="22643"/>
                      </a:lnTo>
                      <a:lnTo>
                        <a:pt x="54667" y="22643"/>
                      </a:lnTo>
                      <a:lnTo>
                        <a:pt x="3202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6" name="Google Shape;1756;p20"/>
                <p:cNvSpPr/>
                <p:nvPr/>
              </p:nvSpPr>
              <p:spPr>
                <a:xfrm>
                  <a:off x="987925" y="355975"/>
                  <a:ext cx="6210225" cy="1468400"/>
                </a:xfrm>
                <a:custGeom>
                  <a:avLst/>
                  <a:gdLst/>
                  <a:ahLst/>
                  <a:cxnLst/>
                  <a:rect l="l" t="t" r="r" b="b"/>
                  <a:pathLst>
                    <a:path w="248409" h="58736" extrusionOk="0">
                      <a:moveTo>
                        <a:pt x="248203" y="1"/>
                      </a:moveTo>
                      <a:cubicBezTo>
                        <a:pt x="248151" y="1"/>
                        <a:pt x="248100" y="18"/>
                        <a:pt x="248066" y="52"/>
                      </a:cubicBezTo>
                      <a:lnTo>
                        <a:pt x="196663" y="51455"/>
                      </a:lnTo>
                      <a:lnTo>
                        <a:pt x="175778" y="51455"/>
                      </a:lnTo>
                      <a:lnTo>
                        <a:pt x="155760" y="31460"/>
                      </a:lnTo>
                      <a:lnTo>
                        <a:pt x="121112" y="31460"/>
                      </a:lnTo>
                      <a:lnTo>
                        <a:pt x="94200" y="58371"/>
                      </a:lnTo>
                      <a:lnTo>
                        <a:pt x="183" y="58371"/>
                      </a:lnTo>
                      <a:cubicBezTo>
                        <a:pt x="92" y="58371"/>
                        <a:pt x="0" y="58439"/>
                        <a:pt x="0" y="58553"/>
                      </a:cubicBezTo>
                      <a:cubicBezTo>
                        <a:pt x="0" y="58645"/>
                        <a:pt x="92" y="58736"/>
                        <a:pt x="183" y="58736"/>
                      </a:cubicBezTo>
                      <a:lnTo>
                        <a:pt x="94360" y="58736"/>
                      </a:lnTo>
                      <a:lnTo>
                        <a:pt x="121248" y="31848"/>
                      </a:lnTo>
                      <a:lnTo>
                        <a:pt x="155623" y="31848"/>
                      </a:lnTo>
                      <a:lnTo>
                        <a:pt x="175618" y="51843"/>
                      </a:lnTo>
                      <a:lnTo>
                        <a:pt x="196823" y="51843"/>
                      </a:lnTo>
                      <a:lnTo>
                        <a:pt x="248340" y="326"/>
                      </a:lnTo>
                      <a:cubicBezTo>
                        <a:pt x="248408" y="235"/>
                        <a:pt x="248408" y="121"/>
                        <a:pt x="248340" y="52"/>
                      </a:cubicBezTo>
                      <a:cubicBezTo>
                        <a:pt x="248306" y="18"/>
                        <a:pt x="248254" y="1"/>
                        <a:pt x="248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7" name="Google Shape;1757;p20"/>
                <p:cNvSpPr/>
                <p:nvPr/>
              </p:nvSpPr>
              <p:spPr>
                <a:xfrm>
                  <a:off x="1265250" y="1389550"/>
                  <a:ext cx="6299250" cy="1955000"/>
                </a:xfrm>
                <a:custGeom>
                  <a:avLst/>
                  <a:gdLst/>
                  <a:ahLst/>
                  <a:cxnLst/>
                  <a:rect l="l" t="t" r="r" b="b"/>
                  <a:pathLst>
                    <a:path w="251970" h="78200" extrusionOk="0">
                      <a:moveTo>
                        <a:pt x="389" y="0"/>
                      </a:moveTo>
                      <a:cubicBezTo>
                        <a:pt x="160" y="0"/>
                        <a:pt x="1" y="183"/>
                        <a:pt x="1" y="388"/>
                      </a:cubicBezTo>
                      <a:cubicBezTo>
                        <a:pt x="1" y="593"/>
                        <a:pt x="160" y="776"/>
                        <a:pt x="389" y="776"/>
                      </a:cubicBezTo>
                      <a:lnTo>
                        <a:pt x="66217" y="776"/>
                      </a:lnTo>
                      <a:lnTo>
                        <a:pt x="89179" y="23738"/>
                      </a:lnTo>
                      <a:lnTo>
                        <a:pt x="125197" y="23738"/>
                      </a:lnTo>
                      <a:lnTo>
                        <a:pt x="179659" y="78199"/>
                      </a:lnTo>
                      <a:lnTo>
                        <a:pt x="251581" y="78199"/>
                      </a:lnTo>
                      <a:cubicBezTo>
                        <a:pt x="251787" y="78199"/>
                        <a:pt x="251969" y="78040"/>
                        <a:pt x="251969" y="77834"/>
                      </a:cubicBezTo>
                      <a:cubicBezTo>
                        <a:pt x="251969" y="77606"/>
                        <a:pt x="251787" y="77446"/>
                        <a:pt x="251581" y="77446"/>
                      </a:cubicBezTo>
                      <a:lnTo>
                        <a:pt x="179978" y="77446"/>
                      </a:lnTo>
                      <a:lnTo>
                        <a:pt x="125517" y="22962"/>
                      </a:lnTo>
                      <a:lnTo>
                        <a:pt x="89499" y="22962"/>
                      </a:lnTo>
                      <a:lnTo>
                        <a:pt x="6653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8" name="Google Shape;1758;p20"/>
                <p:cNvSpPr/>
                <p:nvPr/>
              </p:nvSpPr>
              <p:spPr>
                <a:xfrm>
                  <a:off x="1631600" y="1974425"/>
                  <a:ext cx="6160000" cy="1095650"/>
                </a:xfrm>
                <a:custGeom>
                  <a:avLst/>
                  <a:gdLst/>
                  <a:ahLst/>
                  <a:cxnLst/>
                  <a:rect l="l" t="t" r="r" b="b"/>
                  <a:pathLst>
                    <a:path w="246400" h="43826" extrusionOk="0">
                      <a:moveTo>
                        <a:pt x="183" y="1"/>
                      </a:moveTo>
                      <a:cubicBezTo>
                        <a:pt x="69" y="1"/>
                        <a:pt x="0" y="92"/>
                        <a:pt x="0" y="206"/>
                      </a:cubicBezTo>
                      <a:cubicBezTo>
                        <a:pt x="0" y="298"/>
                        <a:pt x="69" y="389"/>
                        <a:pt x="183" y="389"/>
                      </a:cubicBezTo>
                      <a:lnTo>
                        <a:pt x="61286" y="389"/>
                      </a:lnTo>
                      <a:lnTo>
                        <a:pt x="104723" y="43825"/>
                      </a:lnTo>
                      <a:lnTo>
                        <a:pt x="165210" y="43825"/>
                      </a:lnTo>
                      <a:lnTo>
                        <a:pt x="207414" y="1599"/>
                      </a:lnTo>
                      <a:lnTo>
                        <a:pt x="246217" y="1599"/>
                      </a:lnTo>
                      <a:cubicBezTo>
                        <a:pt x="246308" y="1599"/>
                        <a:pt x="246400" y="1507"/>
                        <a:pt x="246400" y="1416"/>
                      </a:cubicBezTo>
                      <a:cubicBezTo>
                        <a:pt x="246400" y="1302"/>
                        <a:pt x="246308" y="1233"/>
                        <a:pt x="246217" y="1233"/>
                      </a:cubicBezTo>
                      <a:lnTo>
                        <a:pt x="207254" y="1233"/>
                      </a:lnTo>
                      <a:lnTo>
                        <a:pt x="165050" y="43437"/>
                      </a:lnTo>
                      <a:lnTo>
                        <a:pt x="104883" y="43437"/>
                      </a:lnTo>
                      <a:lnTo>
                        <a:pt x="6144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59" name="Google Shape;1759;p20"/>
                <p:cNvSpPr/>
                <p:nvPr/>
              </p:nvSpPr>
              <p:spPr>
                <a:xfrm>
                  <a:off x="1978550" y="331575"/>
                  <a:ext cx="4691750" cy="1289675"/>
                </a:xfrm>
                <a:custGeom>
                  <a:avLst/>
                  <a:gdLst/>
                  <a:ahLst/>
                  <a:cxnLst/>
                  <a:rect l="l" t="t" r="r" b="b"/>
                  <a:pathLst>
                    <a:path w="187670" h="51587" extrusionOk="0">
                      <a:moveTo>
                        <a:pt x="187453" y="1"/>
                      </a:moveTo>
                      <a:cubicBezTo>
                        <a:pt x="187407" y="1"/>
                        <a:pt x="187362" y="24"/>
                        <a:pt x="187327" y="69"/>
                      </a:cubicBezTo>
                      <a:lnTo>
                        <a:pt x="143594" y="43780"/>
                      </a:lnTo>
                      <a:lnTo>
                        <a:pt x="103992" y="43780"/>
                      </a:lnTo>
                      <a:lnTo>
                        <a:pt x="87444" y="27232"/>
                      </a:lnTo>
                      <a:lnTo>
                        <a:pt x="46838" y="27232"/>
                      </a:lnTo>
                      <a:lnTo>
                        <a:pt x="22871" y="51198"/>
                      </a:lnTo>
                      <a:lnTo>
                        <a:pt x="183" y="51198"/>
                      </a:lnTo>
                      <a:cubicBezTo>
                        <a:pt x="91" y="51198"/>
                        <a:pt x="0" y="51289"/>
                        <a:pt x="0" y="51403"/>
                      </a:cubicBezTo>
                      <a:cubicBezTo>
                        <a:pt x="0" y="51495"/>
                        <a:pt x="91" y="51586"/>
                        <a:pt x="183" y="51586"/>
                      </a:cubicBezTo>
                      <a:lnTo>
                        <a:pt x="23031" y="51586"/>
                      </a:lnTo>
                      <a:lnTo>
                        <a:pt x="46997" y="27620"/>
                      </a:lnTo>
                      <a:lnTo>
                        <a:pt x="87284" y="27620"/>
                      </a:lnTo>
                      <a:lnTo>
                        <a:pt x="103833" y="44168"/>
                      </a:lnTo>
                      <a:lnTo>
                        <a:pt x="143754" y="44168"/>
                      </a:lnTo>
                      <a:lnTo>
                        <a:pt x="187579" y="321"/>
                      </a:lnTo>
                      <a:cubicBezTo>
                        <a:pt x="187670" y="252"/>
                        <a:pt x="187670" y="138"/>
                        <a:pt x="187579" y="69"/>
                      </a:cubicBezTo>
                      <a:cubicBezTo>
                        <a:pt x="187544" y="24"/>
                        <a:pt x="187499" y="1"/>
                        <a:pt x="1874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0" name="Google Shape;1760;p20"/>
                <p:cNvSpPr/>
                <p:nvPr/>
              </p:nvSpPr>
              <p:spPr>
                <a:xfrm>
                  <a:off x="937150" y="2104550"/>
                  <a:ext cx="6622775" cy="1510475"/>
                </a:xfrm>
                <a:custGeom>
                  <a:avLst/>
                  <a:gdLst/>
                  <a:ahLst/>
                  <a:cxnLst/>
                  <a:rect l="l" t="t" r="r" b="b"/>
                  <a:pathLst>
                    <a:path w="264911" h="60419" extrusionOk="0">
                      <a:moveTo>
                        <a:pt x="183" y="0"/>
                      </a:moveTo>
                      <a:cubicBezTo>
                        <a:pt x="91" y="0"/>
                        <a:pt x="0" y="69"/>
                        <a:pt x="0" y="183"/>
                      </a:cubicBezTo>
                      <a:cubicBezTo>
                        <a:pt x="0" y="297"/>
                        <a:pt x="91" y="365"/>
                        <a:pt x="183" y="365"/>
                      </a:cubicBezTo>
                      <a:lnTo>
                        <a:pt x="57177" y="365"/>
                      </a:lnTo>
                      <a:lnTo>
                        <a:pt x="70941" y="14129"/>
                      </a:lnTo>
                      <a:lnTo>
                        <a:pt x="129214" y="14129"/>
                      </a:lnTo>
                      <a:lnTo>
                        <a:pt x="175504" y="60419"/>
                      </a:lnTo>
                      <a:lnTo>
                        <a:pt x="203419" y="60419"/>
                      </a:lnTo>
                      <a:lnTo>
                        <a:pt x="232316" y="31499"/>
                      </a:lnTo>
                      <a:lnTo>
                        <a:pt x="264705" y="31499"/>
                      </a:lnTo>
                      <a:cubicBezTo>
                        <a:pt x="264819" y="31499"/>
                        <a:pt x="264911" y="31430"/>
                        <a:pt x="264911" y="31316"/>
                      </a:cubicBezTo>
                      <a:cubicBezTo>
                        <a:pt x="264911" y="31225"/>
                        <a:pt x="264819" y="31134"/>
                        <a:pt x="264705" y="31134"/>
                      </a:cubicBezTo>
                      <a:lnTo>
                        <a:pt x="232156" y="31134"/>
                      </a:lnTo>
                      <a:lnTo>
                        <a:pt x="203259" y="60031"/>
                      </a:lnTo>
                      <a:lnTo>
                        <a:pt x="175664" y="60031"/>
                      </a:lnTo>
                      <a:lnTo>
                        <a:pt x="129374" y="13764"/>
                      </a:lnTo>
                      <a:lnTo>
                        <a:pt x="71101" y="13764"/>
                      </a:lnTo>
                      <a:lnTo>
                        <a:pt x="5733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1" name="Google Shape;1761;p20"/>
                <p:cNvSpPr/>
                <p:nvPr/>
              </p:nvSpPr>
              <p:spPr>
                <a:xfrm>
                  <a:off x="1664700" y="2947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2" name="Google Shape;1762;p20"/>
                <p:cNvSpPr/>
                <p:nvPr/>
              </p:nvSpPr>
              <p:spPr>
                <a:xfrm>
                  <a:off x="100600" y="2193550"/>
                  <a:ext cx="3410675" cy="530725"/>
                </a:xfrm>
                <a:custGeom>
                  <a:avLst/>
                  <a:gdLst/>
                  <a:ahLst/>
                  <a:cxnLst/>
                  <a:rect l="l" t="t" r="r" b="b"/>
                  <a:pathLst>
                    <a:path w="136427" h="21229" extrusionOk="0">
                      <a:moveTo>
                        <a:pt x="20748" y="1"/>
                      </a:moveTo>
                      <a:lnTo>
                        <a:pt x="160" y="20589"/>
                      </a:lnTo>
                      <a:cubicBezTo>
                        <a:pt x="0" y="20726"/>
                        <a:pt x="0" y="20977"/>
                        <a:pt x="160" y="21114"/>
                      </a:cubicBezTo>
                      <a:cubicBezTo>
                        <a:pt x="228" y="21205"/>
                        <a:pt x="342" y="21228"/>
                        <a:pt x="434" y="21228"/>
                      </a:cubicBezTo>
                      <a:cubicBezTo>
                        <a:pt x="525" y="21228"/>
                        <a:pt x="616" y="21205"/>
                        <a:pt x="708" y="21114"/>
                      </a:cubicBezTo>
                      <a:lnTo>
                        <a:pt x="21045" y="777"/>
                      </a:lnTo>
                      <a:lnTo>
                        <a:pt x="85390" y="777"/>
                      </a:lnTo>
                      <a:lnTo>
                        <a:pt x="103307" y="18672"/>
                      </a:lnTo>
                      <a:lnTo>
                        <a:pt x="136039" y="18672"/>
                      </a:lnTo>
                      <a:cubicBezTo>
                        <a:pt x="136267" y="18672"/>
                        <a:pt x="136427" y="18512"/>
                        <a:pt x="136427" y="18307"/>
                      </a:cubicBezTo>
                      <a:cubicBezTo>
                        <a:pt x="136427" y="18078"/>
                        <a:pt x="136267" y="17919"/>
                        <a:pt x="136039" y="17919"/>
                      </a:cubicBezTo>
                      <a:lnTo>
                        <a:pt x="103627" y="17919"/>
                      </a:lnTo>
                      <a:lnTo>
                        <a:pt x="857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3" name="Google Shape;1763;p20"/>
                <p:cNvSpPr/>
                <p:nvPr/>
              </p:nvSpPr>
              <p:spPr>
                <a:xfrm>
                  <a:off x="106300" y="832600"/>
                  <a:ext cx="2024625" cy="395475"/>
                </a:xfrm>
                <a:custGeom>
                  <a:avLst/>
                  <a:gdLst/>
                  <a:ahLst/>
                  <a:cxnLst/>
                  <a:rect l="l" t="t" r="r" b="b"/>
                  <a:pathLst>
                    <a:path w="80985" h="15819" extrusionOk="0">
                      <a:moveTo>
                        <a:pt x="206" y="1"/>
                      </a:moveTo>
                      <a:cubicBezTo>
                        <a:pt x="92" y="1"/>
                        <a:pt x="0" y="92"/>
                        <a:pt x="0" y="183"/>
                      </a:cubicBezTo>
                      <a:cubicBezTo>
                        <a:pt x="0" y="297"/>
                        <a:pt x="92" y="389"/>
                        <a:pt x="206" y="389"/>
                      </a:cubicBezTo>
                      <a:lnTo>
                        <a:pt x="37297" y="389"/>
                      </a:lnTo>
                      <a:lnTo>
                        <a:pt x="52750" y="15818"/>
                      </a:lnTo>
                      <a:lnTo>
                        <a:pt x="80779" y="15818"/>
                      </a:lnTo>
                      <a:cubicBezTo>
                        <a:pt x="80893" y="15818"/>
                        <a:pt x="80985" y="15727"/>
                        <a:pt x="80985" y="15636"/>
                      </a:cubicBezTo>
                      <a:cubicBezTo>
                        <a:pt x="80985" y="15522"/>
                        <a:pt x="80893" y="15430"/>
                        <a:pt x="80779" y="15430"/>
                      </a:cubicBezTo>
                      <a:lnTo>
                        <a:pt x="52909" y="15430"/>
                      </a:lnTo>
                      <a:lnTo>
                        <a:pt x="3745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4" name="Google Shape;1764;p20"/>
                <p:cNvSpPr/>
                <p:nvPr/>
              </p:nvSpPr>
              <p:spPr>
                <a:xfrm>
                  <a:off x="24125" y="1108225"/>
                  <a:ext cx="1654850" cy="513025"/>
                </a:xfrm>
                <a:custGeom>
                  <a:avLst/>
                  <a:gdLst/>
                  <a:ahLst/>
                  <a:cxnLst/>
                  <a:rect l="l" t="t" r="r" b="b"/>
                  <a:pathLst>
                    <a:path w="66194" h="20521" extrusionOk="0">
                      <a:moveTo>
                        <a:pt x="183" y="0"/>
                      </a:moveTo>
                      <a:cubicBezTo>
                        <a:pt x="92" y="0"/>
                        <a:pt x="1" y="91"/>
                        <a:pt x="1" y="206"/>
                      </a:cubicBezTo>
                      <a:cubicBezTo>
                        <a:pt x="1" y="297"/>
                        <a:pt x="92" y="388"/>
                        <a:pt x="183" y="388"/>
                      </a:cubicBezTo>
                      <a:lnTo>
                        <a:pt x="25245" y="388"/>
                      </a:lnTo>
                      <a:lnTo>
                        <a:pt x="45377" y="20520"/>
                      </a:lnTo>
                      <a:lnTo>
                        <a:pt x="66011" y="20520"/>
                      </a:lnTo>
                      <a:cubicBezTo>
                        <a:pt x="66103" y="20520"/>
                        <a:pt x="66194" y="20429"/>
                        <a:pt x="66194" y="20337"/>
                      </a:cubicBezTo>
                      <a:cubicBezTo>
                        <a:pt x="66194" y="20223"/>
                        <a:pt x="66103" y="20132"/>
                        <a:pt x="66011" y="20132"/>
                      </a:cubicBezTo>
                      <a:lnTo>
                        <a:pt x="45537" y="20132"/>
                      </a:lnTo>
                      <a:lnTo>
                        <a:pt x="25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5" name="Google Shape;1765;p20"/>
                <p:cNvSpPr/>
                <p:nvPr/>
              </p:nvSpPr>
              <p:spPr>
                <a:xfrm>
                  <a:off x="24125" y="1371850"/>
                  <a:ext cx="979225" cy="451975"/>
                </a:xfrm>
                <a:custGeom>
                  <a:avLst/>
                  <a:gdLst/>
                  <a:ahLst/>
                  <a:cxnLst/>
                  <a:rect l="l" t="t" r="r" b="b"/>
                  <a:pathLst>
                    <a:path w="39169" h="18079" extrusionOk="0">
                      <a:moveTo>
                        <a:pt x="183" y="0"/>
                      </a:moveTo>
                      <a:cubicBezTo>
                        <a:pt x="92" y="0"/>
                        <a:pt x="1" y="92"/>
                        <a:pt x="1" y="206"/>
                      </a:cubicBezTo>
                      <a:cubicBezTo>
                        <a:pt x="1" y="297"/>
                        <a:pt x="92" y="388"/>
                        <a:pt x="183" y="388"/>
                      </a:cubicBezTo>
                      <a:lnTo>
                        <a:pt x="21182" y="388"/>
                      </a:lnTo>
                      <a:lnTo>
                        <a:pt x="38826" y="18010"/>
                      </a:lnTo>
                      <a:cubicBezTo>
                        <a:pt x="38849" y="18055"/>
                        <a:pt x="38895" y="18078"/>
                        <a:pt x="38940" y="18078"/>
                      </a:cubicBezTo>
                      <a:cubicBezTo>
                        <a:pt x="39009" y="18078"/>
                        <a:pt x="39055" y="18055"/>
                        <a:pt x="39077" y="18010"/>
                      </a:cubicBezTo>
                      <a:cubicBezTo>
                        <a:pt x="39169" y="17941"/>
                        <a:pt x="39169" y="17827"/>
                        <a:pt x="39077" y="17736"/>
                      </a:cubicBezTo>
                      <a:lnTo>
                        <a:pt x="2134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6" name="Google Shape;1766;p20"/>
                <p:cNvSpPr/>
                <p:nvPr/>
              </p:nvSpPr>
              <p:spPr>
                <a:xfrm>
                  <a:off x="5585500" y="1408375"/>
                  <a:ext cx="1529900" cy="580350"/>
                </a:xfrm>
                <a:custGeom>
                  <a:avLst/>
                  <a:gdLst/>
                  <a:ahLst/>
                  <a:cxnLst/>
                  <a:rect l="l" t="t" r="r" b="b"/>
                  <a:pathLst>
                    <a:path w="61196" h="23214" extrusionOk="0">
                      <a:moveTo>
                        <a:pt x="49121" y="0"/>
                      </a:moveTo>
                      <a:lnTo>
                        <a:pt x="26661" y="22460"/>
                      </a:lnTo>
                      <a:lnTo>
                        <a:pt x="389" y="22460"/>
                      </a:lnTo>
                      <a:cubicBezTo>
                        <a:pt x="161" y="22460"/>
                        <a:pt x="1" y="22620"/>
                        <a:pt x="1" y="22848"/>
                      </a:cubicBezTo>
                      <a:cubicBezTo>
                        <a:pt x="1" y="23054"/>
                        <a:pt x="161" y="23214"/>
                        <a:pt x="389" y="23214"/>
                      </a:cubicBezTo>
                      <a:lnTo>
                        <a:pt x="26980" y="23214"/>
                      </a:lnTo>
                      <a:lnTo>
                        <a:pt x="49441" y="776"/>
                      </a:lnTo>
                      <a:lnTo>
                        <a:pt x="60808" y="776"/>
                      </a:lnTo>
                      <a:cubicBezTo>
                        <a:pt x="61013" y="776"/>
                        <a:pt x="61196" y="594"/>
                        <a:pt x="61196" y="388"/>
                      </a:cubicBezTo>
                      <a:cubicBezTo>
                        <a:pt x="61196" y="183"/>
                        <a:pt x="61013" y="0"/>
                        <a:pt x="608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7" name="Google Shape;1767;p20"/>
                <p:cNvSpPr/>
                <p:nvPr/>
              </p:nvSpPr>
              <p:spPr>
                <a:xfrm>
                  <a:off x="5953000" y="3543100"/>
                  <a:ext cx="134700" cy="134700"/>
                </a:xfrm>
                <a:custGeom>
                  <a:avLst/>
                  <a:gdLst/>
                  <a:ahLst/>
                  <a:cxnLst/>
                  <a:rect l="l" t="t" r="r" b="b"/>
                  <a:pathLst>
                    <a:path w="5388" h="5388" extrusionOk="0">
                      <a:moveTo>
                        <a:pt x="2694" y="366"/>
                      </a:moveTo>
                      <a:cubicBezTo>
                        <a:pt x="3972" y="366"/>
                        <a:pt x="5022" y="1416"/>
                        <a:pt x="5022" y="2694"/>
                      </a:cubicBezTo>
                      <a:cubicBezTo>
                        <a:pt x="5022" y="3949"/>
                        <a:pt x="3972" y="4999"/>
                        <a:pt x="2694" y="4999"/>
                      </a:cubicBezTo>
                      <a:cubicBezTo>
                        <a:pt x="1416" y="4999"/>
                        <a:pt x="388" y="3949"/>
                        <a:pt x="388" y="2694"/>
                      </a:cubicBezTo>
                      <a:cubicBezTo>
                        <a:pt x="388" y="1416"/>
                        <a:pt x="1416" y="366"/>
                        <a:pt x="2694" y="366"/>
                      </a:cubicBezTo>
                      <a:close/>
                      <a:moveTo>
                        <a:pt x="2694" y="1"/>
                      </a:moveTo>
                      <a:cubicBezTo>
                        <a:pt x="1210" y="1"/>
                        <a:pt x="0" y="1187"/>
                        <a:pt x="0" y="2694"/>
                      </a:cubicBezTo>
                      <a:cubicBezTo>
                        <a:pt x="0" y="4178"/>
                        <a:pt x="1210" y="5387"/>
                        <a:pt x="2694" y="5387"/>
                      </a:cubicBezTo>
                      <a:cubicBezTo>
                        <a:pt x="4177" y="5387"/>
                        <a:pt x="5387" y="4178"/>
                        <a:pt x="5387" y="2694"/>
                      </a:cubicBezTo>
                      <a:cubicBezTo>
                        <a:pt x="5387" y="1187"/>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8" name="Google Shape;1768;p20"/>
                <p:cNvSpPr/>
                <p:nvPr/>
              </p:nvSpPr>
              <p:spPr>
                <a:xfrm>
                  <a:off x="5976400" y="3566500"/>
                  <a:ext cx="87900" cy="87325"/>
                </a:xfrm>
                <a:custGeom>
                  <a:avLst/>
                  <a:gdLst/>
                  <a:ahLst/>
                  <a:cxnLst/>
                  <a:rect l="l" t="t" r="r" b="b"/>
                  <a:pathLst>
                    <a:path w="3516" h="3493" extrusionOk="0">
                      <a:moveTo>
                        <a:pt x="1758" y="0"/>
                      </a:moveTo>
                      <a:cubicBezTo>
                        <a:pt x="799" y="0"/>
                        <a:pt x="0" y="776"/>
                        <a:pt x="0" y="1758"/>
                      </a:cubicBezTo>
                      <a:cubicBezTo>
                        <a:pt x="0" y="2717"/>
                        <a:pt x="799" y="3493"/>
                        <a:pt x="1758" y="3493"/>
                      </a:cubicBezTo>
                      <a:cubicBezTo>
                        <a:pt x="2739" y="3493"/>
                        <a:pt x="3515" y="2717"/>
                        <a:pt x="3515" y="1758"/>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69" name="Google Shape;1769;p20"/>
                <p:cNvSpPr/>
                <p:nvPr/>
              </p:nvSpPr>
              <p:spPr>
                <a:xfrm>
                  <a:off x="5421175" y="2256325"/>
                  <a:ext cx="134700" cy="134700"/>
                </a:xfrm>
                <a:custGeom>
                  <a:avLst/>
                  <a:gdLst/>
                  <a:ahLst/>
                  <a:cxnLst/>
                  <a:rect l="l" t="t" r="r" b="b"/>
                  <a:pathLst>
                    <a:path w="5388" h="5388" extrusionOk="0">
                      <a:moveTo>
                        <a:pt x="2694" y="389"/>
                      </a:moveTo>
                      <a:cubicBezTo>
                        <a:pt x="3972" y="389"/>
                        <a:pt x="4999" y="1416"/>
                        <a:pt x="4999" y="2694"/>
                      </a:cubicBezTo>
                      <a:cubicBezTo>
                        <a:pt x="4999" y="3972"/>
                        <a:pt x="3972" y="5022"/>
                        <a:pt x="2694" y="5022"/>
                      </a:cubicBezTo>
                      <a:cubicBezTo>
                        <a:pt x="1415" y="5022"/>
                        <a:pt x="365" y="3972"/>
                        <a:pt x="365" y="2694"/>
                      </a:cubicBezTo>
                      <a:cubicBezTo>
                        <a:pt x="365" y="1416"/>
                        <a:pt x="1415" y="389"/>
                        <a:pt x="2694" y="389"/>
                      </a:cubicBezTo>
                      <a:close/>
                      <a:moveTo>
                        <a:pt x="2694" y="1"/>
                      </a:moveTo>
                      <a:cubicBezTo>
                        <a:pt x="1210" y="1"/>
                        <a:pt x="0" y="1210"/>
                        <a:pt x="0" y="2694"/>
                      </a:cubicBezTo>
                      <a:cubicBezTo>
                        <a:pt x="0" y="4178"/>
                        <a:pt x="1210" y="5387"/>
                        <a:pt x="2694" y="5387"/>
                      </a:cubicBezTo>
                      <a:cubicBezTo>
                        <a:pt x="4177" y="5387"/>
                        <a:pt x="5387" y="4178"/>
                        <a:pt x="5387" y="2694"/>
                      </a:cubicBezTo>
                      <a:cubicBezTo>
                        <a:pt x="5387" y="1210"/>
                        <a:pt x="4177"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0" name="Google Shape;1770;p20"/>
                <p:cNvSpPr/>
                <p:nvPr/>
              </p:nvSpPr>
              <p:spPr>
                <a:xfrm>
                  <a:off x="5444575" y="2279725"/>
                  <a:ext cx="87900" cy="87900"/>
                </a:xfrm>
                <a:custGeom>
                  <a:avLst/>
                  <a:gdLst/>
                  <a:ahLst/>
                  <a:cxnLst/>
                  <a:rect l="l" t="t" r="r" b="b"/>
                  <a:pathLst>
                    <a:path w="3516" h="3516" extrusionOk="0">
                      <a:moveTo>
                        <a:pt x="1758" y="0"/>
                      </a:moveTo>
                      <a:cubicBezTo>
                        <a:pt x="776" y="0"/>
                        <a:pt x="0" y="799"/>
                        <a:pt x="0" y="1758"/>
                      </a:cubicBezTo>
                      <a:cubicBezTo>
                        <a:pt x="0" y="2739"/>
                        <a:pt x="776" y="3516"/>
                        <a:pt x="1758" y="3516"/>
                      </a:cubicBezTo>
                      <a:cubicBezTo>
                        <a:pt x="2716" y="3516"/>
                        <a:pt x="3515" y="2739"/>
                        <a:pt x="3515" y="1758"/>
                      </a:cubicBezTo>
                      <a:cubicBezTo>
                        <a:pt x="3515" y="799"/>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1" name="Google Shape;1771;p20"/>
                <p:cNvSpPr/>
                <p:nvPr/>
              </p:nvSpPr>
              <p:spPr>
                <a:xfrm>
                  <a:off x="5459400" y="1912225"/>
                  <a:ext cx="134700" cy="134700"/>
                </a:xfrm>
                <a:custGeom>
                  <a:avLst/>
                  <a:gdLst/>
                  <a:ahLst/>
                  <a:cxnLst/>
                  <a:rect l="l" t="t" r="r" b="b"/>
                  <a:pathLst>
                    <a:path w="5388" h="5388" extrusionOk="0">
                      <a:moveTo>
                        <a:pt x="2694" y="366"/>
                      </a:moveTo>
                      <a:cubicBezTo>
                        <a:pt x="3972" y="366"/>
                        <a:pt x="4999" y="1416"/>
                        <a:pt x="4999" y="2694"/>
                      </a:cubicBezTo>
                      <a:cubicBezTo>
                        <a:pt x="4999" y="3973"/>
                        <a:pt x="3972" y="5000"/>
                        <a:pt x="2694" y="5000"/>
                      </a:cubicBezTo>
                      <a:cubicBezTo>
                        <a:pt x="1416" y="5000"/>
                        <a:pt x="389" y="3973"/>
                        <a:pt x="389" y="2694"/>
                      </a:cubicBezTo>
                      <a:cubicBezTo>
                        <a:pt x="389" y="1416"/>
                        <a:pt x="1416" y="366"/>
                        <a:pt x="2694" y="366"/>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2" name="Google Shape;1772;p20"/>
                <p:cNvSpPr/>
                <p:nvPr/>
              </p:nvSpPr>
              <p:spPr>
                <a:xfrm>
                  <a:off x="5482800" y="1935625"/>
                  <a:ext cx="87900" cy="87900"/>
                </a:xfrm>
                <a:custGeom>
                  <a:avLst/>
                  <a:gdLst/>
                  <a:ahLst/>
                  <a:cxnLst/>
                  <a:rect l="l" t="t" r="r" b="b"/>
                  <a:pathLst>
                    <a:path w="3516" h="3516" extrusionOk="0">
                      <a:moveTo>
                        <a:pt x="1758" y="1"/>
                      </a:moveTo>
                      <a:cubicBezTo>
                        <a:pt x="799" y="1"/>
                        <a:pt x="0" y="777"/>
                        <a:pt x="0" y="1758"/>
                      </a:cubicBezTo>
                      <a:cubicBezTo>
                        <a:pt x="0" y="2717"/>
                        <a:pt x="799" y="3516"/>
                        <a:pt x="1758" y="3516"/>
                      </a:cubicBezTo>
                      <a:cubicBezTo>
                        <a:pt x="2739" y="3516"/>
                        <a:pt x="3515" y="2717"/>
                        <a:pt x="3515" y="1758"/>
                      </a:cubicBezTo>
                      <a:cubicBezTo>
                        <a:pt x="3515" y="777"/>
                        <a:pt x="2739"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3" name="Google Shape;1773;p20"/>
                <p:cNvSpPr/>
                <p:nvPr/>
              </p:nvSpPr>
              <p:spPr>
                <a:xfrm>
                  <a:off x="4736975" y="1935625"/>
                  <a:ext cx="87900" cy="87900"/>
                </a:xfrm>
                <a:custGeom>
                  <a:avLst/>
                  <a:gdLst/>
                  <a:ahLst/>
                  <a:cxnLst/>
                  <a:rect l="l" t="t" r="r" b="b"/>
                  <a:pathLst>
                    <a:path w="3516" h="3516" extrusionOk="0">
                      <a:moveTo>
                        <a:pt x="1758" y="1"/>
                      </a:moveTo>
                      <a:cubicBezTo>
                        <a:pt x="777" y="1"/>
                        <a:pt x="1" y="777"/>
                        <a:pt x="1" y="1758"/>
                      </a:cubicBezTo>
                      <a:cubicBezTo>
                        <a:pt x="1" y="2717"/>
                        <a:pt x="777"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4" name="Google Shape;1774;p20"/>
                <p:cNvSpPr/>
                <p:nvPr/>
              </p:nvSpPr>
              <p:spPr>
                <a:xfrm>
                  <a:off x="7044625" y="2632950"/>
                  <a:ext cx="87900" cy="87325"/>
                </a:xfrm>
                <a:custGeom>
                  <a:avLst/>
                  <a:gdLst/>
                  <a:ahLst/>
                  <a:cxnLst/>
                  <a:rect l="l" t="t" r="r" b="b"/>
                  <a:pathLst>
                    <a:path w="3516" h="3493" extrusionOk="0">
                      <a:moveTo>
                        <a:pt x="1758" y="0"/>
                      </a:moveTo>
                      <a:cubicBezTo>
                        <a:pt x="799" y="0"/>
                        <a:pt x="0" y="776"/>
                        <a:pt x="0" y="1735"/>
                      </a:cubicBezTo>
                      <a:cubicBezTo>
                        <a:pt x="0" y="2716"/>
                        <a:pt x="799" y="3493"/>
                        <a:pt x="1758" y="3493"/>
                      </a:cubicBezTo>
                      <a:cubicBezTo>
                        <a:pt x="2739" y="3493"/>
                        <a:pt x="3515" y="2716"/>
                        <a:pt x="3515" y="1735"/>
                      </a:cubicBezTo>
                      <a:cubicBezTo>
                        <a:pt x="3515" y="776"/>
                        <a:pt x="2739"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5" name="Google Shape;1775;p20"/>
                <p:cNvSpPr/>
                <p:nvPr/>
              </p:nvSpPr>
              <p:spPr>
                <a:xfrm>
                  <a:off x="4222850" y="1085400"/>
                  <a:ext cx="134675" cy="134675"/>
                </a:xfrm>
                <a:custGeom>
                  <a:avLst/>
                  <a:gdLst/>
                  <a:ahLst/>
                  <a:cxnLst/>
                  <a:rect l="l" t="t" r="r" b="b"/>
                  <a:pathLst>
                    <a:path w="5387" h="5387" extrusionOk="0">
                      <a:moveTo>
                        <a:pt x="2694" y="388"/>
                      </a:moveTo>
                      <a:cubicBezTo>
                        <a:pt x="3972" y="388"/>
                        <a:pt x="5022" y="1415"/>
                        <a:pt x="5022" y="2694"/>
                      </a:cubicBezTo>
                      <a:cubicBezTo>
                        <a:pt x="5022" y="3972"/>
                        <a:pt x="3972" y="4999"/>
                        <a:pt x="2694" y="4999"/>
                      </a:cubicBezTo>
                      <a:cubicBezTo>
                        <a:pt x="1415" y="4999"/>
                        <a:pt x="388" y="3972"/>
                        <a:pt x="388" y="2694"/>
                      </a:cubicBezTo>
                      <a:cubicBezTo>
                        <a:pt x="388" y="1415"/>
                        <a:pt x="1415" y="388"/>
                        <a:pt x="2694" y="388"/>
                      </a:cubicBezTo>
                      <a:close/>
                      <a:moveTo>
                        <a:pt x="2694" y="0"/>
                      </a:moveTo>
                      <a:cubicBezTo>
                        <a:pt x="1210" y="0"/>
                        <a:pt x="0" y="1210"/>
                        <a:pt x="0" y="2694"/>
                      </a:cubicBezTo>
                      <a:cubicBezTo>
                        <a:pt x="0" y="4177"/>
                        <a:pt x="1210" y="5387"/>
                        <a:pt x="2694" y="5387"/>
                      </a:cubicBezTo>
                      <a:cubicBezTo>
                        <a:pt x="4177" y="5387"/>
                        <a:pt x="5387" y="4177"/>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6" name="Google Shape;1776;p20"/>
                <p:cNvSpPr/>
                <p:nvPr/>
              </p:nvSpPr>
              <p:spPr>
                <a:xfrm>
                  <a:off x="4246800" y="1108775"/>
                  <a:ext cx="87350" cy="87925"/>
                </a:xfrm>
                <a:custGeom>
                  <a:avLst/>
                  <a:gdLst/>
                  <a:ahLst/>
                  <a:cxnLst/>
                  <a:rect l="l" t="t" r="r" b="b"/>
                  <a:pathLst>
                    <a:path w="3494" h="3517" extrusionOk="0">
                      <a:moveTo>
                        <a:pt x="1736" y="1"/>
                      </a:moveTo>
                      <a:cubicBezTo>
                        <a:pt x="777" y="1"/>
                        <a:pt x="1" y="800"/>
                        <a:pt x="1" y="1759"/>
                      </a:cubicBezTo>
                      <a:cubicBezTo>
                        <a:pt x="1" y="2717"/>
                        <a:pt x="777" y="3516"/>
                        <a:pt x="1736" y="3516"/>
                      </a:cubicBezTo>
                      <a:cubicBezTo>
                        <a:pt x="2717" y="3516"/>
                        <a:pt x="3493" y="2717"/>
                        <a:pt x="3493" y="1759"/>
                      </a:cubicBezTo>
                      <a:cubicBezTo>
                        <a:pt x="3493" y="800"/>
                        <a:pt x="2717" y="1"/>
                        <a:pt x="17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7" name="Google Shape;1777;p20"/>
                <p:cNvSpPr/>
                <p:nvPr/>
              </p:nvSpPr>
              <p:spPr>
                <a:xfrm>
                  <a:off x="3502700" y="2585000"/>
                  <a:ext cx="134700" cy="134700"/>
                </a:xfrm>
                <a:custGeom>
                  <a:avLst/>
                  <a:gdLst/>
                  <a:ahLst/>
                  <a:cxnLst/>
                  <a:rect l="l" t="t" r="r" b="b"/>
                  <a:pathLst>
                    <a:path w="5388" h="5388" extrusionOk="0">
                      <a:moveTo>
                        <a:pt x="2694" y="389"/>
                      </a:moveTo>
                      <a:cubicBezTo>
                        <a:pt x="3972" y="389"/>
                        <a:pt x="4999" y="1416"/>
                        <a:pt x="4999" y="2694"/>
                      </a:cubicBezTo>
                      <a:cubicBezTo>
                        <a:pt x="4999" y="3973"/>
                        <a:pt x="3972" y="5000"/>
                        <a:pt x="2694" y="5000"/>
                      </a:cubicBezTo>
                      <a:cubicBezTo>
                        <a:pt x="1416" y="5000"/>
                        <a:pt x="389" y="3973"/>
                        <a:pt x="389" y="2694"/>
                      </a:cubicBezTo>
                      <a:cubicBezTo>
                        <a:pt x="389" y="1416"/>
                        <a:pt x="1416" y="389"/>
                        <a:pt x="2694" y="389"/>
                      </a:cubicBezTo>
                      <a:close/>
                      <a:moveTo>
                        <a:pt x="2694" y="1"/>
                      </a:moveTo>
                      <a:cubicBezTo>
                        <a:pt x="1210" y="1"/>
                        <a:pt x="1" y="1211"/>
                        <a:pt x="1" y="2694"/>
                      </a:cubicBezTo>
                      <a:cubicBezTo>
                        <a:pt x="1" y="4178"/>
                        <a:pt x="1210" y="5388"/>
                        <a:pt x="2694" y="5388"/>
                      </a:cubicBezTo>
                      <a:cubicBezTo>
                        <a:pt x="4178" y="5388"/>
                        <a:pt x="5387" y="4178"/>
                        <a:pt x="5387" y="2694"/>
                      </a:cubicBezTo>
                      <a:cubicBezTo>
                        <a:pt x="5387" y="1211"/>
                        <a:pt x="4178" y="1"/>
                        <a:pt x="26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8" name="Google Shape;1778;p20"/>
                <p:cNvSpPr/>
                <p:nvPr/>
              </p:nvSpPr>
              <p:spPr>
                <a:xfrm>
                  <a:off x="3526100" y="2608400"/>
                  <a:ext cx="87900" cy="87900"/>
                </a:xfrm>
                <a:custGeom>
                  <a:avLst/>
                  <a:gdLst/>
                  <a:ahLst/>
                  <a:cxnLst/>
                  <a:rect l="l" t="t" r="r" b="b"/>
                  <a:pathLst>
                    <a:path w="3516" h="3516" extrusionOk="0">
                      <a:moveTo>
                        <a:pt x="1758" y="1"/>
                      </a:moveTo>
                      <a:cubicBezTo>
                        <a:pt x="776" y="1"/>
                        <a:pt x="0" y="777"/>
                        <a:pt x="0" y="1758"/>
                      </a:cubicBezTo>
                      <a:cubicBezTo>
                        <a:pt x="0" y="2717"/>
                        <a:pt x="776" y="3516"/>
                        <a:pt x="1758" y="3516"/>
                      </a:cubicBezTo>
                      <a:cubicBezTo>
                        <a:pt x="2717" y="3516"/>
                        <a:pt x="3516" y="2717"/>
                        <a:pt x="3516" y="1758"/>
                      </a:cubicBezTo>
                      <a:cubicBezTo>
                        <a:pt x="3516" y="777"/>
                        <a:pt x="2717" y="1"/>
                        <a:pt x="1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79" name="Google Shape;1779;p20"/>
                <p:cNvSpPr/>
                <p:nvPr/>
              </p:nvSpPr>
              <p:spPr>
                <a:xfrm>
                  <a:off x="2281550" y="1156150"/>
                  <a:ext cx="134700" cy="134700"/>
                </a:xfrm>
                <a:custGeom>
                  <a:avLst/>
                  <a:gdLst/>
                  <a:ahLst/>
                  <a:cxnLst/>
                  <a:rect l="l" t="t" r="r" b="b"/>
                  <a:pathLst>
                    <a:path w="5388" h="5388" extrusionOk="0">
                      <a:moveTo>
                        <a:pt x="2694" y="366"/>
                      </a:moveTo>
                      <a:cubicBezTo>
                        <a:pt x="3972" y="366"/>
                        <a:pt x="4999" y="1416"/>
                        <a:pt x="4999" y="2694"/>
                      </a:cubicBezTo>
                      <a:cubicBezTo>
                        <a:pt x="4999" y="3972"/>
                        <a:pt x="3972" y="4999"/>
                        <a:pt x="2694" y="4999"/>
                      </a:cubicBezTo>
                      <a:cubicBezTo>
                        <a:pt x="1416" y="4999"/>
                        <a:pt x="366" y="3972"/>
                        <a:pt x="366" y="2694"/>
                      </a:cubicBezTo>
                      <a:cubicBezTo>
                        <a:pt x="366" y="1416"/>
                        <a:pt x="1416" y="366"/>
                        <a:pt x="2694" y="366"/>
                      </a:cubicBezTo>
                      <a:close/>
                      <a:moveTo>
                        <a:pt x="2694" y="0"/>
                      </a:moveTo>
                      <a:cubicBezTo>
                        <a:pt x="1210" y="0"/>
                        <a:pt x="0" y="1210"/>
                        <a:pt x="0" y="2694"/>
                      </a:cubicBezTo>
                      <a:cubicBezTo>
                        <a:pt x="0" y="4178"/>
                        <a:pt x="1210" y="5387"/>
                        <a:pt x="2694" y="5387"/>
                      </a:cubicBezTo>
                      <a:cubicBezTo>
                        <a:pt x="4177" y="5387"/>
                        <a:pt x="5387" y="4178"/>
                        <a:pt x="5387" y="2694"/>
                      </a:cubicBezTo>
                      <a:cubicBezTo>
                        <a:pt x="5387" y="1210"/>
                        <a:pt x="4177" y="0"/>
                        <a:pt x="26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0" name="Google Shape;1780;p20"/>
                <p:cNvSpPr/>
                <p:nvPr/>
              </p:nvSpPr>
              <p:spPr>
                <a:xfrm>
                  <a:off x="2304950" y="1179550"/>
                  <a:ext cx="87325" cy="87900"/>
                </a:xfrm>
                <a:custGeom>
                  <a:avLst/>
                  <a:gdLst/>
                  <a:ahLst/>
                  <a:cxnLst/>
                  <a:rect l="l" t="t" r="r" b="b"/>
                  <a:pathLst>
                    <a:path w="3493" h="3516" extrusionOk="0">
                      <a:moveTo>
                        <a:pt x="1758" y="0"/>
                      </a:moveTo>
                      <a:cubicBezTo>
                        <a:pt x="776" y="0"/>
                        <a:pt x="0" y="776"/>
                        <a:pt x="0" y="1758"/>
                      </a:cubicBezTo>
                      <a:cubicBezTo>
                        <a:pt x="0" y="2717"/>
                        <a:pt x="776" y="3515"/>
                        <a:pt x="1758" y="3515"/>
                      </a:cubicBezTo>
                      <a:cubicBezTo>
                        <a:pt x="2716" y="3515"/>
                        <a:pt x="3493" y="2717"/>
                        <a:pt x="3493" y="1758"/>
                      </a:cubicBezTo>
                      <a:cubicBezTo>
                        <a:pt x="3493" y="776"/>
                        <a:pt x="2716" y="0"/>
                        <a:pt x="175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1" name="Google Shape;1781;p20"/>
                <p:cNvSpPr/>
                <p:nvPr/>
              </p:nvSpPr>
              <p:spPr>
                <a:xfrm>
                  <a:off x="1577950" y="1004925"/>
                  <a:ext cx="94750" cy="94750"/>
                </a:xfrm>
                <a:custGeom>
                  <a:avLst/>
                  <a:gdLst/>
                  <a:ahLst/>
                  <a:cxnLst/>
                  <a:rect l="l" t="t" r="r" b="b"/>
                  <a:pathLst>
                    <a:path w="3790" h="3790" extrusionOk="0">
                      <a:moveTo>
                        <a:pt x="1895" y="366"/>
                      </a:moveTo>
                      <a:cubicBezTo>
                        <a:pt x="2717" y="366"/>
                        <a:pt x="3402" y="1051"/>
                        <a:pt x="3402" y="1895"/>
                      </a:cubicBezTo>
                      <a:cubicBezTo>
                        <a:pt x="3402" y="2717"/>
                        <a:pt x="2717" y="3402"/>
                        <a:pt x="1895" y="3402"/>
                      </a:cubicBezTo>
                      <a:cubicBezTo>
                        <a:pt x="1051" y="3402"/>
                        <a:pt x="366" y="2717"/>
                        <a:pt x="366" y="1895"/>
                      </a:cubicBezTo>
                      <a:cubicBezTo>
                        <a:pt x="366" y="1051"/>
                        <a:pt x="1051" y="366"/>
                        <a:pt x="1895" y="366"/>
                      </a:cubicBezTo>
                      <a:close/>
                      <a:moveTo>
                        <a:pt x="1895" y="1"/>
                      </a:moveTo>
                      <a:cubicBezTo>
                        <a:pt x="845" y="1"/>
                        <a:pt x="1" y="845"/>
                        <a:pt x="1" y="1895"/>
                      </a:cubicBezTo>
                      <a:cubicBezTo>
                        <a:pt x="1" y="2922"/>
                        <a:pt x="845" y="3790"/>
                        <a:pt x="1895" y="3790"/>
                      </a:cubicBezTo>
                      <a:cubicBezTo>
                        <a:pt x="2922" y="3790"/>
                        <a:pt x="3790" y="2922"/>
                        <a:pt x="3790" y="1895"/>
                      </a:cubicBezTo>
                      <a:cubicBezTo>
                        <a:pt x="3790" y="845"/>
                        <a:pt x="2922" y="1"/>
                        <a:pt x="189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2" name="Google Shape;1782;p20"/>
                <p:cNvSpPr/>
                <p:nvPr/>
              </p:nvSpPr>
              <p:spPr>
                <a:xfrm>
                  <a:off x="1595075" y="1022050"/>
                  <a:ext cx="59950" cy="59950"/>
                </a:xfrm>
                <a:custGeom>
                  <a:avLst/>
                  <a:gdLst/>
                  <a:ahLst/>
                  <a:cxnLst/>
                  <a:rect l="l" t="t" r="r" b="b"/>
                  <a:pathLst>
                    <a:path w="2398" h="2398" extrusionOk="0">
                      <a:moveTo>
                        <a:pt x="1210" y="1"/>
                      </a:moveTo>
                      <a:cubicBezTo>
                        <a:pt x="548" y="1"/>
                        <a:pt x="1" y="548"/>
                        <a:pt x="1" y="1210"/>
                      </a:cubicBezTo>
                      <a:cubicBezTo>
                        <a:pt x="1" y="1872"/>
                        <a:pt x="548" y="2397"/>
                        <a:pt x="1210" y="2397"/>
                      </a:cubicBezTo>
                      <a:cubicBezTo>
                        <a:pt x="1872" y="2397"/>
                        <a:pt x="2397" y="1872"/>
                        <a:pt x="2397" y="1210"/>
                      </a:cubicBezTo>
                      <a:cubicBezTo>
                        <a:pt x="2397" y="548"/>
                        <a:pt x="1872" y="1"/>
                        <a:pt x="121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3" name="Google Shape;1783;p20"/>
                <p:cNvSpPr/>
                <p:nvPr/>
              </p:nvSpPr>
              <p:spPr>
                <a:xfrm>
                  <a:off x="2892125" y="1170425"/>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310" y="4246"/>
                        <a:pt x="4246" y="3287"/>
                        <a:pt x="4246" y="2123"/>
                      </a:cubicBezTo>
                      <a:cubicBezTo>
                        <a:pt x="4246" y="936"/>
                        <a:pt x="3310"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4" name="Google Shape;1784;p20"/>
                <p:cNvSpPr/>
                <p:nvPr/>
              </p:nvSpPr>
              <p:spPr>
                <a:xfrm>
                  <a:off x="7004675" y="1366150"/>
                  <a:ext cx="106150" cy="106150"/>
                </a:xfrm>
                <a:custGeom>
                  <a:avLst/>
                  <a:gdLst/>
                  <a:ahLst/>
                  <a:cxnLst/>
                  <a:rect l="l" t="t" r="r" b="b"/>
                  <a:pathLst>
                    <a:path w="4246" h="4246" extrusionOk="0">
                      <a:moveTo>
                        <a:pt x="2123" y="0"/>
                      </a:moveTo>
                      <a:cubicBezTo>
                        <a:pt x="936" y="0"/>
                        <a:pt x="0" y="959"/>
                        <a:pt x="0" y="2123"/>
                      </a:cubicBezTo>
                      <a:cubicBezTo>
                        <a:pt x="0" y="3310"/>
                        <a:pt x="936" y="4246"/>
                        <a:pt x="2123" y="4246"/>
                      </a:cubicBezTo>
                      <a:cubicBezTo>
                        <a:pt x="3287" y="4246"/>
                        <a:pt x="4246" y="3310"/>
                        <a:pt x="4246" y="2123"/>
                      </a:cubicBezTo>
                      <a:cubicBezTo>
                        <a:pt x="4246" y="959"/>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5" name="Google Shape;1785;p20"/>
                <p:cNvSpPr/>
                <p:nvPr/>
              </p:nvSpPr>
              <p:spPr>
                <a:xfrm>
                  <a:off x="6446600" y="2270600"/>
                  <a:ext cx="106150" cy="106150"/>
                </a:xfrm>
                <a:custGeom>
                  <a:avLst/>
                  <a:gdLst/>
                  <a:ahLst/>
                  <a:cxnLst/>
                  <a:rect l="l" t="t" r="r" b="b"/>
                  <a:pathLst>
                    <a:path w="4246" h="4246" extrusionOk="0">
                      <a:moveTo>
                        <a:pt x="2123" y="0"/>
                      </a:moveTo>
                      <a:cubicBezTo>
                        <a:pt x="959" y="0"/>
                        <a:pt x="0" y="959"/>
                        <a:pt x="0" y="2123"/>
                      </a:cubicBezTo>
                      <a:cubicBezTo>
                        <a:pt x="0" y="3310"/>
                        <a:pt x="959" y="4246"/>
                        <a:pt x="2123" y="4246"/>
                      </a:cubicBezTo>
                      <a:cubicBezTo>
                        <a:pt x="3310" y="4246"/>
                        <a:pt x="4246" y="3310"/>
                        <a:pt x="4246" y="2123"/>
                      </a:cubicBezTo>
                      <a:cubicBezTo>
                        <a:pt x="4246" y="959"/>
                        <a:pt x="3310" y="0"/>
                        <a:pt x="21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6" name="Google Shape;1786;p20"/>
                <p:cNvSpPr/>
                <p:nvPr/>
              </p:nvSpPr>
              <p:spPr>
                <a:xfrm>
                  <a:off x="6258275" y="3300575"/>
                  <a:ext cx="69650" cy="69650"/>
                </a:xfrm>
                <a:custGeom>
                  <a:avLst/>
                  <a:gdLst/>
                  <a:ahLst/>
                  <a:cxnLst/>
                  <a:rect l="l" t="t" r="r" b="b"/>
                  <a:pathLst>
                    <a:path w="2786" h="2786" extrusionOk="0">
                      <a:moveTo>
                        <a:pt x="1393" y="1"/>
                      </a:moveTo>
                      <a:cubicBezTo>
                        <a:pt x="617" y="1"/>
                        <a:pt x="1" y="617"/>
                        <a:pt x="1" y="1393"/>
                      </a:cubicBezTo>
                      <a:cubicBezTo>
                        <a:pt x="1" y="2146"/>
                        <a:pt x="617" y="2786"/>
                        <a:pt x="1393" y="2786"/>
                      </a:cubicBezTo>
                      <a:cubicBezTo>
                        <a:pt x="2169" y="2786"/>
                        <a:pt x="2786" y="2146"/>
                        <a:pt x="2786" y="1393"/>
                      </a:cubicBezTo>
                      <a:cubicBezTo>
                        <a:pt x="2786" y="617"/>
                        <a:pt x="2169" y="1"/>
                        <a:pt x="13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7" name="Google Shape;1787;p20"/>
                <p:cNvSpPr/>
                <p:nvPr/>
              </p:nvSpPr>
              <p:spPr>
                <a:xfrm>
                  <a:off x="4746100" y="3030675"/>
                  <a:ext cx="69650" cy="69075"/>
                </a:xfrm>
                <a:custGeom>
                  <a:avLst/>
                  <a:gdLst/>
                  <a:ahLst/>
                  <a:cxnLst/>
                  <a:rect l="l" t="t" r="r" b="b"/>
                  <a:pathLst>
                    <a:path w="2786" h="2763" extrusionOk="0">
                      <a:moveTo>
                        <a:pt x="1393" y="0"/>
                      </a:moveTo>
                      <a:cubicBezTo>
                        <a:pt x="617" y="0"/>
                        <a:pt x="1" y="617"/>
                        <a:pt x="1" y="1393"/>
                      </a:cubicBezTo>
                      <a:cubicBezTo>
                        <a:pt x="1" y="2146"/>
                        <a:pt x="617" y="2762"/>
                        <a:pt x="1393" y="2762"/>
                      </a:cubicBezTo>
                      <a:cubicBezTo>
                        <a:pt x="2169" y="2762"/>
                        <a:pt x="2786" y="2146"/>
                        <a:pt x="2786" y="1393"/>
                      </a:cubicBezTo>
                      <a:cubicBezTo>
                        <a:pt x="2786" y="617"/>
                        <a:pt x="2169" y="0"/>
                        <a:pt x="13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8" name="Google Shape;1788;p20"/>
                <p:cNvSpPr/>
                <p:nvPr/>
              </p:nvSpPr>
              <p:spPr>
                <a:xfrm>
                  <a:off x="5111875" y="1378700"/>
                  <a:ext cx="106175" cy="106150"/>
                </a:xfrm>
                <a:custGeom>
                  <a:avLst/>
                  <a:gdLst/>
                  <a:ahLst/>
                  <a:cxnLst/>
                  <a:rect l="l" t="t" r="r" b="b"/>
                  <a:pathLst>
                    <a:path w="4247" h="4246" extrusionOk="0">
                      <a:moveTo>
                        <a:pt x="2124" y="0"/>
                      </a:moveTo>
                      <a:cubicBezTo>
                        <a:pt x="960" y="0"/>
                        <a:pt x="1" y="959"/>
                        <a:pt x="1" y="2123"/>
                      </a:cubicBezTo>
                      <a:cubicBezTo>
                        <a:pt x="1" y="3310"/>
                        <a:pt x="960" y="4246"/>
                        <a:pt x="2124" y="4246"/>
                      </a:cubicBezTo>
                      <a:cubicBezTo>
                        <a:pt x="3288" y="4246"/>
                        <a:pt x="4246" y="3310"/>
                        <a:pt x="4246" y="2123"/>
                      </a:cubicBezTo>
                      <a:cubicBezTo>
                        <a:pt x="4246" y="959"/>
                        <a:pt x="3288" y="0"/>
                        <a:pt x="21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89" name="Google Shape;1789;p20"/>
                <p:cNvSpPr/>
                <p:nvPr/>
              </p:nvSpPr>
              <p:spPr>
                <a:xfrm>
                  <a:off x="5692225" y="1404950"/>
                  <a:ext cx="75350" cy="74775"/>
                </a:xfrm>
                <a:custGeom>
                  <a:avLst/>
                  <a:gdLst/>
                  <a:ahLst/>
                  <a:cxnLst/>
                  <a:rect l="l" t="t" r="r" b="b"/>
                  <a:pathLst>
                    <a:path w="3014" h="2991" extrusionOk="0">
                      <a:moveTo>
                        <a:pt x="1507" y="0"/>
                      </a:moveTo>
                      <a:cubicBezTo>
                        <a:pt x="685" y="0"/>
                        <a:pt x="0" y="662"/>
                        <a:pt x="0" y="1507"/>
                      </a:cubicBezTo>
                      <a:cubicBezTo>
                        <a:pt x="0" y="2328"/>
                        <a:pt x="685" y="2990"/>
                        <a:pt x="1507" y="2990"/>
                      </a:cubicBezTo>
                      <a:cubicBezTo>
                        <a:pt x="2328" y="2990"/>
                        <a:pt x="3013" y="2328"/>
                        <a:pt x="3013" y="1507"/>
                      </a:cubicBezTo>
                      <a:cubicBezTo>
                        <a:pt x="3013" y="662"/>
                        <a:pt x="2328" y="0"/>
                        <a:pt x="15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0" name="Google Shape;1790;p20"/>
                <p:cNvSpPr/>
                <p:nvPr/>
              </p:nvSpPr>
              <p:spPr>
                <a:xfrm>
                  <a:off x="5821750" y="1469425"/>
                  <a:ext cx="79350" cy="79350"/>
                </a:xfrm>
                <a:custGeom>
                  <a:avLst/>
                  <a:gdLst/>
                  <a:ahLst/>
                  <a:cxnLst/>
                  <a:rect l="l" t="t" r="r" b="b"/>
                  <a:pathLst>
                    <a:path w="3174" h="3174" extrusionOk="0">
                      <a:moveTo>
                        <a:pt x="1598" y="1"/>
                      </a:moveTo>
                      <a:cubicBezTo>
                        <a:pt x="708" y="1"/>
                        <a:pt x="1" y="708"/>
                        <a:pt x="1" y="1575"/>
                      </a:cubicBezTo>
                      <a:cubicBezTo>
                        <a:pt x="1" y="2466"/>
                        <a:pt x="708" y="3173"/>
                        <a:pt x="1598" y="3173"/>
                      </a:cubicBezTo>
                      <a:cubicBezTo>
                        <a:pt x="2466" y="3173"/>
                        <a:pt x="3173" y="2466"/>
                        <a:pt x="3173" y="1575"/>
                      </a:cubicBezTo>
                      <a:cubicBezTo>
                        <a:pt x="3173" y="708"/>
                        <a:pt x="2466" y="1"/>
                        <a:pt x="159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1" name="Google Shape;1791;p20"/>
                <p:cNvSpPr/>
                <p:nvPr/>
              </p:nvSpPr>
              <p:spPr>
                <a:xfrm>
                  <a:off x="3572900" y="2384150"/>
                  <a:ext cx="139825" cy="139250"/>
                </a:xfrm>
                <a:custGeom>
                  <a:avLst/>
                  <a:gdLst/>
                  <a:ahLst/>
                  <a:cxnLst/>
                  <a:rect l="l" t="t" r="r" b="b"/>
                  <a:pathLst>
                    <a:path w="5593" h="5570" extrusionOk="0">
                      <a:moveTo>
                        <a:pt x="2808" y="0"/>
                      </a:moveTo>
                      <a:cubicBezTo>
                        <a:pt x="1255" y="0"/>
                        <a:pt x="0" y="1233"/>
                        <a:pt x="0" y="2785"/>
                      </a:cubicBezTo>
                      <a:cubicBezTo>
                        <a:pt x="0" y="4314"/>
                        <a:pt x="1255" y="5570"/>
                        <a:pt x="2808" y="5570"/>
                      </a:cubicBezTo>
                      <a:cubicBezTo>
                        <a:pt x="4337" y="5570"/>
                        <a:pt x="5592" y="4314"/>
                        <a:pt x="5592" y="2785"/>
                      </a:cubicBezTo>
                      <a:cubicBezTo>
                        <a:pt x="5592" y="1233"/>
                        <a:pt x="4337" y="0"/>
                        <a:pt x="280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2" name="Google Shape;1792;p20"/>
                <p:cNvSpPr/>
                <p:nvPr/>
              </p:nvSpPr>
              <p:spPr>
                <a:xfrm>
                  <a:off x="5419450" y="2995300"/>
                  <a:ext cx="139825" cy="139825"/>
                </a:xfrm>
                <a:custGeom>
                  <a:avLst/>
                  <a:gdLst/>
                  <a:ahLst/>
                  <a:cxnLst/>
                  <a:rect l="l" t="t" r="r" b="b"/>
                  <a:pathLst>
                    <a:path w="5593" h="5593" extrusionOk="0">
                      <a:moveTo>
                        <a:pt x="2785" y="0"/>
                      </a:moveTo>
                      <a:cubicBezTo>
                        <a:pt x="1256" y="0"/>
                        <a:pt x="1" y="1256"/>
                        <a:pt x="1" y="2808"/>
                      </a:cubicBezTo>
                      <a:cubicBezTo>
                        <a:pt x="1" y="4337"/>
                        <a:pt x="1256" y="5592"/>
                        <a:pt x="2785" y="5592"/>
                      </a:cubicBezTo>
                      <a:cubicBezTo>
                        <a:pt x="4338" y="5592"/>
                        <a:pt x="5593" y="4337"/>
                        <a:pt x="5593" y="2808"/>
                      </a:cubicBezTo>
                      <a:cubicBezTo>
                        <a:pt x="5593" y="1256"/>
                        <a:pt x="4338" y="0"/>
                        <a:pt x="278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3" name="Google Shape;1793;p20"/>
                <p:cNvSpPr/>
                <p:nvPr/>
              </p:nvSpPr>
              <p:spPr>
                <a:xfrm>
                  <a:off x="3311550" y="1787275"/>
                  <a:ext cx="65075" cy="65075"/>
                </a:xfrm>
                <a:custGeom>
                  <a:avLst/>
                  <a:gdLst/>
                  <a:ahLst/>
                  <a:cxnLst/>
                  <a:rect l="l" t="t" r="r" b="b"/>
                  <a:pathLst>
                    <a:path w="2603" h="2603" extrusionOk="0">
                      <a:moveTo>
                        <a:pt x="1301" y="0"/>
                      </a:moveTo>
                      <a:cubicBezTo>
                        <a:pt x="594" y="0"/>
                        <a:pt x="0" y="571"/>
                        <a:pt x="0" y="1301"/>
                      </a:cubicBezTo>
                      <a:cubicBezTo>
                        <a:pt x="0" y="2009"/>
                        <a:pt x="594" y="2602"/>
                        <a:pt x="1301" y="2602"/>
                      </a:cubicBezTo>
                      <a:cubicBezTo>
                        <a:pt x="2009" y="2602"/>
                        <a:pt x="2602" y="2009"/>
                        <a:pt x="2602" y="1301"/>
                      </a:cubicBezTo>
                      <a:cubicBezTo>
                        <a:pt x="2602" y="571"/>
                        <a:pt x="2009" y="0"/>
                        <a:pt x="13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4" name="Google Shape;1794;p20"/>
                <p:cNvSpPr/>
                <p:nvPr/>
              </p:nvSpPr>
              <p:spPr>
                <a:xfrm>
                  <a:off x="3501550" y="1519075"/>
                  <a:ext cx="143825" cy="144400"/>
                </a:xfrm>
                <a:custGeom>
                  <a:avLst/>
                  <a:gdLst/>
                  <a:ahLst/>
                  <a:cxnLst/>
                  <a:rect l="l" t="t" r="r" b="b"/>
                  <a:pathLst>
                    <a:path w="5753" h="5776" extrusionOk="0">
                      <a:moveTo>
                        <a:pt x="2877" y="388"/>
                      </a:moveTo>
                      <a:cubicBezTo>
                        <a:pt x="4246" y="388"/>
                        <a:pt x="5388" y="1507"/>
                        <a:pt x="5388" y="2899"/>
                      </a:cubicBezTo>
                      <a:cubicBezTo>
                        <a:pt x="5388" y="4269"/>
                        <a:pt x="4246" y="5410"/>
                        <a:pt x="2877" y="5410"/>
                      </a:cubicBezTo>
                      <a:cubicBezTo>
                        <a:pt x="1485" y="5410"/>
                        <a:pt x="366" y="4269"/>
                        <a:pt x="366" y="2899"/>
                      </a:cubicBezTo>
                      <a:cubicBezTo>
                        <a:pt x="366" y="1507"/>
                        <a:pt x="1485" y="388"/>
                        <a:pt x="2877" y="388"/>
                      </a:cubicBezTo>
                      <a:close/>
                      <a:moveTo>
                        <a:pt x="2877" y="0"/>
                      </a:moveTo>
                      <a:cubicBezTo>
                        <a:pt x="1279" y="0"/>
                        <a:pt x="1" y="1301"/>
                        <a:pt x="1" y="2899"/>
                      </a:cubicBezTo>
                      <a:cubicBezTo>
                        <a:pt x="1" y="4497"/>
                        <a:pt x="1279" y="5775"/>
                        <a:pt x="2877" y="5775"/>
                      </a:cubicBezTo>
                      <a:cubicBezTo>
                        <a:pt x="4475" y="5775"/>
                        <a:pt x="5753" y="4497"/>
                        <a:pt x="5753" y="2899"/>
                      </a:cubicBezTo>
                      <a:cubicBezTo>
                        <a:pt x="5753" y="1301"/>
                        <a:pt x="4475" y="0"/>
                        <a:pt x="287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5" name="Google Shape;1795;p20"/>
                <p:cNvSpPr/>
                <p:nvPr/>
              </p:nvSpPr>
              <p:spPr>
                <a:xfrm>
                  <a:off x="3526675" y="1544750"/>
                  <a:ext cx="93600" cy="93050"/>
                </a:xfrm>
                <a:custGeom>
                  <a:avLst/>
                  <a:gdLst/>
                  <a:ahLst/>
                  <a:cxnLst/>
                  <a:rect l="l" t="t" r="r" b="b"/>
                  <a:pathLst>
                    <a:path w="3744" h="3722" extrusionOk="0">
                      <a:moveTo>
                        <a:pt x="1872" y="0"/>
                      </a:moveTo>
                      <a:cubicBezTo>
                        <a:pt x="845" y="0"/>
                        <a:pt x="0" y="845"/>
                        <a:pt x="0" y="1872"/>
                      </a:cubicBezTo>
                      <a:cubicBezTo>
                        <a:pt x="0" y="2899"/>
                        <a:pt x="845" y="3721"/>
                        <a:pt x="1872" y="3721"/>
                      </a:cubicBezTo>
                      <a:cubicBezTo>
                        <a:pt x="2899" y="3721"/>
                        <a:pt x="3744" y="2899"/>
                        <a:pt x="3744" y="1872"/>
                      </a:cubicBezTo>
                      <a:cubicBezTo>
                        <a:pt x="3744" y="845"/>
                        <a:pt x="2899" y="0"/>
                        <a:pt x="18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6" name="Google Shape;1796;p20"/>
                <p:cNvSpPr/>
                <p:nvPr/>
              </p:nvSpPr>
              <p:spPr>
                <a:xfrm>
                  <a:off x="1930050" y="1563575"/>
                  <a:ext cx="106150" cy="106175"/>
                </a:xfrm>
                <a:custGeom>
                  <a:avLst/>
                  <a:gdLst/>
                  <a:ahLst/>
                  <a:cxnLst/>
                  <a:rect l="l" t="t" r="r" b="b"/>
                  <a:pathLst>
                    <a:path w="4246" h="4247" extrusionOk="0">
                      <a:moveTo>
                        <a:pt x="2123" y="1"/>
                      </a:moveTo>
                      <a:cubicBezTo>
                        <a:pt x="959" y="1"/>
                        <a:pt x="0" y="937"/>
                        <a:pt x="0" y="2123"/>
                      </a:cubicBezTo>
                      <a:cubicBezTo>
                        <a:pt x="0" y="3288"/>
                        <a:pt x="959" y="4246"/>
                        <a:pt x="2123" y="4246"/>
                      </a:cubicBezTo>
                      <a:cubicBezTo>
                        <a:pt x="3310" y="4246"/>
                        <a:pt x="4246" y="3288"/>
                        <a:pt x="4246" y="2123"/>
                      </a:cubicBezTo>
                      <a:cubicBezTo>
                        <a:pt x="4246" y="937"/>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7" name="Google Shape;1797;p20"/>
                <p:cNvSpPr/>
                <p:nvPr/>
              </p:nvSpPr>
              <p:spPr>
                <a:xfrm>
                  <a:off x="1621325" y="1563575"/>
                  <a:ext cx="106175" cy="106175"/>
                </a:xfrm>
                <a:custGeom>
                  <a:avLst/>
                  <a:gdLst/>
                  <a:ahLst/>
                  <a:cxnLst/>
                  <a:rect l="l" t="t" r="r" b="b"/>
                  <a:pathLst>
                    <a:path w="4247" h="4247" extrusionOk="0">
                      <a:moveTo>
                        <a:pt x="2123" y="1"/>
                      </a:moveTo>
                      <a:cubicBezTo>
                        <a:pt x="936" y="1"/>
                        <a:pt x="1" y="937"/>
                        <a:pt x="1" y="2123"/>
                      </a:cubicBezTo>
                      <a:cubicBezTo>
                        <a:pt x="1" y="3288"/>
                        <a:pt x="936" y="4246"/>
                        <a:pt x="2123" y="4246"/>
                      </a:cubicBezTo>
                      <a:cubicBezTo>
                        <a:pt x="3287" y="4246"/>
                        <a:pt x="4246" y="3288"/>
                        <a:pt x="4246" y="2123"/>
                      </a:cubicBezTo>
                      <a:cubicBezTo>
                        <a:pt x="4246" y="937"/>
                        <a:pt x="3287"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8" name="Google Shape;1798;p20"/>
                <p:cNvSpPr/>
                <p:nvPr/>
              </p:nvSpPr>
              <p:spPr>
                <a:xfrm>
                  <a:off x="944550" y="1765575"/>
                  <a:ext cx="106175" cy="106175"/>
                </a:xfrm>
                <a:custGeom>
                  <a:avLst/>
                  <a:gdLst/>
                  <a:ahLst/>
                  <a:cxnLst/>
                  <a:rect l="l" t="t" r="r" b="b"/>
                  <a:pathLst>
                    <a:path w="4247" h="4247" extrusionOk="0">
                      <a:moveTo>
                        <a:pt x="2123" y="1"/>
                      </a:moveTo>
                      <a:cubicBezTo>
                        <a:pt x="959" y="1"/>
                        <a:pt x="1" y="960"/>
                        <a:pt x="1" y="2124"/>
                      </a:cubicBezTo>
                      <a:cubicBezTo>
                        <a:pt x="1" y="3311"/>
                        <a:pt x="959" y="4246"/>
                        <a:pt x="2123" y="4246"/>
                      </a:cubicBezTo>
                      <a:cubicBezTo>
                        <a:pt x="3310" y="4246"/>
                        <a:pt x="4246" y="3311"/>
                        <a:pt x="4246" y="2124"/>
                      </a:cubicBezTo>
                      <a:cubicBezTo>
                        <a:pt x="4246" y="960"/>
                        <a:pt x="3310" y="1"/>
                        <a:pt x="21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799" name="Google Shape;1799;p20"/>
                <p:cNvSpPr/>
                <p:nvPr/>
              </p:nvSpPr>
              <p:spPr>
                <a:xfrm>
                  <a:off x="-572625" y="2889150"/>
                  <a:ext cx="106150" cy="106150"/>
                </a:xfrm>
                <a:custGeom>
                  <a:avLst/>
                  <a:gdLst/>
                  <a:ahLst/>
                  <a:cxnLst/>
                  <a:rect l="l" t="t" r="r" b="b"/>
                  <a:pathLst>
                    <a:path w="4246" h="4246" extrusionOk="0">
                      <a:moveTo>
                        <a:pt x="2123" y="0"/>
                      </a:moveTo>
                      <a:cubicBezTo>
                        <a:pt x="959" y="0"/>
                        <a:pt x="0" y="936"/>
                        <a:pt x="0" y="2123"/>
                      </a:cubicBezTo>
                      <a:cubicBezTo>
                        <a:pt x="0" y="3287"/>
                        <a:pt x="959" y="4246"/>
                        <a:pt x="2123" y="4246"/>
                      </a:cubicBezTo>
                      <a:cubicBezTo>
                        <a:pt x="3287" y="4246"/>
                        <a:pt x="4246" y="3287"/>
                        <a:pt x="4246" y="2123"/>
                      </a:cubicBezTo>
                      <a:cubicBezTo>
                        <a:pt x="4246" y="936"/>
                        <a:pt x="3287" y="0"/>
                        <a:pt x="21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0" name="Google Shape;1800;p20"/>
                <p:cNvSpPr/>
                <p:nvPr/>
              </p:nvSpPr>
              <p:spPr>
                <a:xfrm>
                  <a:off x="3168300" y="1186975"/>
                  <a:ext cx="72500" cy="73050"/>
                </a:xfrm>
                <a:custGeom>
                  <a:avLst/>
                  <a:gdLst/>
                  <a:ahLst/>
                  <a:cxnLst/>
                  <a:rect l="l" t="t" r="r" b="b"/>
                  <a:pathLst>
                    <a:path w="2900" h="2922" extrusionOk="0">
                      <a:moveTo>
                        <a:pt x="1462" y="0"/>
                      </a:moveTo>
                      <a:cubicBezTo>
                        <a:pt x="640" y="0"/>
                        <a:pt x="1" y="639"/>
                        <a:pt x="1" y="1461"/>
                      </a:cubicBezTo>
                      <a:cubicBezTo>
                        <a:pt x="1" y="2260"/>
                        <a:pt x="640" y="2922"/>
                        <a:pt x="1462" y="2922"/>
                      </a:cubicBezTo>
                      <a:cubicBezTo>
                        <a:pt x="2261" y="2922"/>
                        <a:pt x="2900" y="2260"/>
                        <a:pt x="2900" y="1461"/>
                      </a:cubicBezTo>
                      <a:cubicBezTo>
                        <a:pt x="2900" y="639"/>
                        <a:pt x="2261"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1" name="Google Shape;1801;p20"/>
                <p:cNvSpPr/>
                <p:nvPr/>
              </p:nvSpPr>
              <p:spPr>
                <a:xfrm>
                  <a:off x="1238425" y="1362725"/>
                  <a:ext cx="73075" cy="73050"/>
                </a:xfrm>
                <a:custGeom>
                  <a:avLst/>
                  <a:gdLst/>
                  <a:ahLst/>
                  <a:cxnLst/>
                  <a:rect l="l" t="t" r="r" b="b"/>
                  <a:pathLst>
                    <a:path w="2923" h="2922" extrusionOk="0">
                      <a:moveTo>
                        <a:pt x="1462" y="0"/>
                      </a:moveTo>
                      <a:cubicBezTo>
                        <a:pt x="640" y="0"/>
                        <a:pt x="1" y="662"/>
                        <a:pt x="1" y="1461"/>
                      </a:cubicBezTo>
                      <a:cubicBezTo>
                        <a:pt x="1" y="2260"/>
                        <a:pt x="640" y="2922"/>
                        <a:pt x="1462" y="2922"/>
                      </a:cubicBezTo>
                      <a:cubicBezTo>
                        <a:pt x="2260" y="2922"/>
                        <a:pt x="2922" y="2260"/>
                        <a:pt x="2922" y="1461"/>
                      </a:cubicBezTo>
                      <a:cubicBezTo>
                        <a:pt x="2922" y="662"/>
                        <a:pt x="2260" y="0"/>
                        <a:pt x="14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2" name="Google Shape;1802;p20"/>
                <p:cNvSpPr/>
                <p:nvPr/>
              </p:nvSpPr>
              <p:spPr>
                <a:xfrm>
                  <a:off x="2281550" y="832600"/>
                  <a:ext cx="2995850" cy="9725"/>
                </a:xfrm>
                <a:custGeom>
                  <a:avLst/>
                  <a:gdLst/>
                  <a:ahLst/>
                  <a:cxnLst/>
                  <a:rect l="l" t="t" r="r" b="b"/>
                  <a:pathLst>
                    <a:path w="119834" h="389" extrusionOk="0">
                      <a:moveTo>
                        <a:pt x="183" y="1"/>
                      </a:moveTo>
                      <a:cubicBezTo>
                        <a:pt x="69" y="1"/>
                        <a:pt x="0" y="92"/>
                        <a:pt x="0" y="183"/>
                      </a:cubicBezTo>
                      <a:cubicBezTo>
                        <a:pt x="0" y="297"/>
                        <a:pt x="69" y="389"/>
                        <a:pt x="183" y="389"/>
                      </a:cubicBezTo>
                      <a:lnTo>
                        <a:pt x="119628" y="389"/>
                      </a:lnTo>
                      <a:cubicBezTo>
                        <a:pt x="119742" y="389"/>
                        <a:pt x="119833" y="297"/>
                        <a:pt x="119833" y="183"/>
                      </a:cubicBezTo>
                      <a:cubicBezTo>
                        <a:pt x="119833" y="92"/>
                        <a:pt x="119742" y="1"/>
                        <a:pt x="1196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3" name="Google Shape;1803;p20"/>
                <p:cNvSpPr/>
                <p:nvPr/>
              </p:nvSpPr>
              <p:spPr>
                <a:xfrm>
                  <a:off x="2222775" y="800650"/>
                  <a:ext cx="73075" cy="73050"/>
                </a:xfrm>
                <a:custGeom>
                  <a:avLst/>
                  <a:gdLst/>
                  <a:ahLst/>
                  <a:cxnLst/>
                  <a:rect l="l" t="t" r="r" b="b"/>
                  <a:pathLst>
                    <a:path w="2923" h="2922" extrusionOk="0">
                      <a:moveTo>
                        <a:pt x="1461" y="0"/>
                      </a:moveTo>
                      <a:cubicBezTo>
                        <a:pt x="640" y="0"/>
                        <a:pt x="0" y="662"/>
                        <a:pt x="0" y="1461"/>
                      </a:cubicBezTo>
                      <a:cubicBezTo>
                        <a:pt x="0" y="2283"/>
                        <a:pt x="640" y="2922"/>
                        <a:pt x="1461" y="2922"/>
                      </a:cubicBezTo>
                      <a:cubicBezTo>
                        <a:pt x="2260" y="2922"/>
                        <a:pt x="2922" y="2283"/>
                        <a:pt x="2922" y="1461"/>
                      </a:cubicBezTo>
                      <a:cubicBezTo>
                        <a:pt x="2922" y="662"/>
                        <a:pt x="2260"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4" name="Google Shape;1804;p20"/>
                <p:cNvSpPr/>
                <p:nvPr/>
              </p:nvSpPr>
              <p:spPr>
                <a:xfrm>
                  <a:off x="5235725" y="800650"/>
                  <a:ext cx="73050" cy="73050"/>
                </a:xfrm>
                <a:custGeom>
                  <a:avLst/>
                  <a:gdLst/>
                  <a:ahLst/>
                  <a:cxnLst/>
                  <a:rect l="l" t="t" r="r" b="b"/>
                  <a:pathLst>
                    <a:path w="2922" h="2922" extrusionOk="0">
                      <a:moveTo>
                        <a:pt x="1461" y="0"/>
                      </a:moveTo>
                      <a:cubicBezTo>
                        <a:pt x="662" y="0"/>
                        <a:pt x="0" y="662"/>
                        <a:pt x="0" y="1461"/>
                      </a:cubicBezTo>
                      <a:cubicBezTo>
                        <a:pt x="0" y="2283"/>
                        <a:pt x="662" y="2922"/>
                        <a:pt x="1461" y="2922"/>
                      </a:cubicBezTo>
                      <a:cubicBezTo>
                        <a:pt x="2283" y="2922"/>
                        <a:pt x="2922" y="2283"/>
                        <a:pt x="2922" y="1461"/>
                      </a:cubicBezTo>
                      <a:cubicBezTo>
                        <a:pt x="2922" y="662"/>
                        <a:pt x="2283" y="0"/>
                        <a:pt x="14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5" name="Google Shape;1805;p20"/>
                <p:cNvSpPr/>
                <p:nvPr/>
              </p:nvSpPr>
              <p:spPr>
                <a:xfrm>
                  <a:off x="5732175" y="319450"/>
                  <a:ext cx="1118450" cy="1117475"/>
                </a:xfrm>
                <a:custGeom>
                  <a:avLst/>
                  <a:gdLst/>
                  <a:ahLst/>
                  <a:cxnLst/>
                  <a:rect l="l" t="t" r="r" b="b"/>
                  <a:pathLst>
                    <a:path w="44738" h="44699" extrusionOk="0">
                      <a:moveTo>
                        <a:pt x="44532" y="1"/>
                      </a:moveTo>
                      <a:cubicBezTo>
                        <a:pt x="44481" y="1"/>
                        <a:pt x="44430" y="18"/>
                        <a:pt x="44395" y="52"/>
                      </a:cubicBezTo>
                      <a:lnTo>
                        <a:pt x="91" y="44356"/>
                      </a:lnTo>
                      <a:cubicBezTo>
                        <a:pt x="0" y="44447"/>
                        <a:pt x="0" y="44562"/>
                        <a:pt x="91" y="44630"/>
                      </a:cubicBezTo>
                      <a:cubicBezTo>
                        <a:pt x="114" y="44676"/>
                        <a:pt x="160" y="44699"/>
                        <a:pt x="228" y="44699"/>
                      </a:cubicBezTo>
                      <a:cubicBezTo>
                        <a:pt x="274" y="44699"/>
                        <a:pt x="320" y="44676"/>
                        <a:pt x="342" y="44630"/>
                      </a:cubicBezTo>
                      <a:lnTo>
                        <a:pt x="44669" y="326"/>
                      </a:lnTo>
                      <a:cubicBezTo>
                        <a:pt x="44738" y="258"/>
                        <a:pt x="44738" y="121"/>
                        <a:pt x="44669" y="52"/>
                      </a:cubicBezTo>
                      <a:cubicBezTo>
                        <a:pt x="44635" y="18"/>
                        <a:pt x="44584" y="1"/>
                        <a:pt x="445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6" name="Google Shape;1806;p20"/>
                <p:cNvSpPr/>
                <p:nvPr/>
              </p:nvSpPr>
              <p:spPr>
                <a:xfrm>
                  <a:off x="5870250" y="381100"/>
                  <a:ext cx="1118475" cy="1117450"/>
                </a:xfrm>
                <a:custGeom>
                  <a:avLst/>
                  <a:gdLst/>
                  <a:ahLst/>
                  <a:cxnLst/>
                  <a:rect l="l" t="t" r="r" b="b"/>
                  <a:pathLst>
                    <a:path w="44739" h="44698" extrusionOk="0">
                      <a:moveTo>
                        <a:pt x="44522" y="0"/>
                      </a:moveTo>
                      <a:cubicBezTo>
                        <a:pt x="44476" y="0"/>
                        <a:pt x="44430" y="17"/>
                        <a:pt x="44396" y="51"/>
                      </a:cubicBezTo>
                      <a:lnTo>
                        <a:pt x="69" y="44378"/>
                      </a:lnTo>
                      <a:cubicBezTo>
                        <a:pt x="1" y="44447"/>
                        <a:pt x="1" y="44561"/>
                        <a:pt x="69" y="44629"/>
                      </a:cubicBezTo>
                      <a:cubicBezTo>
                        <a:pt x="115" y="44675"/>
                        <a:pt x="161" y="44698"/>
                        <a:pt x="206" y="44698"/>
                      </a:cubicBezTo>
                      <a:cubicBezTo>
                        <a:pt x="252" y="44698"/>
                        <a:pt x="298" y="44675"/>
                        <a:pt x="343" y="44629"/>
                      </a:cubicBezTo>
                      <a:lnTo>
                        <a:pt x="44647" y="325"/>
                      </a:lnTo>
                      <a:cubicBezTo>
                        <a:pt x="44738" y="257"/>
                        <a:pt x="44738" y="120"/>
                        <a:pt x="44647" y="51"/>
                      </a:cubicBezTo>
                      <a:cubicBezTo>
                        <a:pt x="44613" y="17"/>
                        <a:pt x="44567" y="0"/>
                        <a:pt x="445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7" name="Google Shape;1807;p20"/>
                <p:cNvSpPr/>
                <p:nvPr/>
              </p:nvSpPr>
              <p:spPr>
                <a:xfrm>
                  <a:off x="4775775" y="1974875"/>
                  <a:ext cx="2300825" cy="706600"/>
                </a:xfrm>
                <a:custGeom>
                  <a:avLst/>
                  <a:gdLst/>
                  <a:ahLst/>
                  <a:cxnLst/>
                  <a:rect l="l" t="t" r="r" b="b"/>
                  <a:pathLst>
                    <a:path w="92033" h="28264" extrusionOk="0">
                      <a:moveTo>
                        <a:pt x="206" y="0"/>
                      </a:moveTo>
                      <a:cubicBezTo>
                        <a:pt x="155" y="0"/>
                        <a:pt x="104" y="17"/>
                        <a:pt x="69" y="51"/>
                      </a:cubicBezTo>
                      <a:cubicBezTo>
                        <a:pt x="1" y="120"/>
                        <a:pt x="1" y="234"/>
                        <a:pt x="69" y="325"/>
                      </a:cubicBezTo>
                      <a:lnTo>
                        <a:pt x="28007" y="28263"/>
                      </a:lnTo>
                      <a:lnTo>
                        <a:pt x="91850" y="28263"/>
                      </a:lnTo>
                      <a:cubicBezTo>
                        <a:pt x="91941" y="28263"/>
                        <a:pt x="92032" y="28172"/>
                        <a:pt x="92032" y="28058"/>
                      </a:cubicBezTo>
                      <a:cubicBezTo>
                        <a:pt x="92032" y="27967"/>
                        <a:pt x="91941" y="27875"/>
                        <a:pt x="91850" y="27875"/>
                      </a:cubicBezTo>
                      <a:lnTo>
                        <a:pt x="28167" y="27875"/>
                      </a:lnTo>
                      <a:lnTo>
                        <a:pt x="343" y="51"/>
                      </a:lnTo>
                      <a:cubicBezTo>
                        <a:pt x="309" y="17"/>
                        <a:pt x="258" y="0"/>
                        <a:pt x="2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8" name="Google Shape;1808;p20"/>
                <p:cNvSpPr/>
                <p:nvPr/>
              </p:nvSpPr>
              <p:spPr>
                <a:xfrm>
                  <a:off x="3518100" y="2023500"/>
                  <a:ext cx="149550" cy="93050"/>
                </a:xfrm>
                <a:custGeom>
                  <a:avLst/>
                  <a:gdLst/>
                  <a:ahLst/>
                  <a:cxnLst/>
                  <a:rect l="l" t="t" r="r" b="b"/>
                  <a:pathLst>
                    <a:path w="5982" h="3722" extrusionOk="0">
                      <a:moveTo>
                        <a:pt x="1" y="1"/>
                      </a:moveTo>
                      <a:lnTo>
                        <a:pt x="3607" y="3721"/>
                      </a:lnTo>
                      <a:lnTo>
                        <a:pt x="5981" y="3721"/>
                      </a:lnTo>
                      <a:lnTo>
                        <a:pt x="23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09" name="Google Shape;1809;p20"/>
                <p:cNvSpPr/>
                <p:nvPr/>
              </p:nvSpPr>
              <p:spPr>
                <a:xfrm>
                  <a:off x="3630525" y="2023500"/>
                  <a:ext cx="148950" cy="93050"/>
                </a:xfrm>
                <a:custGeom>
                  <a:avLst/>
                  <a:gdLst/>
                  <a:ahLst/>
                  <a:cxnLst/>
                  <a:rect l="l" t="t" r="r" b="b"/>
                  <a:pathLst>
                    <a:path w="5958" h="3722" extrusionOk="0">
                      <a:moveTo>
                        <a:pt x="0"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0" name="Google Shape;1810;p20"/>
                <p:cNvSpPr/>
                <p:nvPr/>
              </p:nvSpPr>
              <p:spPr>
                <a:xfrm>
                  <a:off x="3742375" y="2023500"/>
                  <a:ext cx="149525" cy="93050"/>
                </a:xfrm>
                <a:custGeom>
                  <a:avLst/>
                  <a:gdLst/>
                  <a:ahLst/>
                  <a:cxnLst/>
                  <a:rect l="l" t="t" r="r" b="b"/>
                  <a:pathLst>
                    <a:path w="5981" h="3722" extrusionOk="0">
                      <a:moveTo>
                        <a:pt x="0" y="1"/>
                      </a:moveTo>
                      <a:lnTo>
                        <a:pt x="3584" y="3721"/>
                      </a:lnTo>
                      <a:lnTo>
                        <a:pt x="5980"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1" name="Google Shape;1811;p20"/>
                <p:cNvSpPr/>
                <p:nvPr/>
              </p:nvSpPr>
              <p:spPr>
                <a:xfrm>
                  <a:off x="38547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2" name="Google Shape;1812;p20"/>
                <p:cNvSpPr/>
                <p:nvPr/>
              </p:nvSpPr>
              <p:spPr>
                <a:xfrm>
                  <a:off x="3966625" y="2023500"/>
                  <a:ext cx="148950" cy="93050"/>
                </a:xfrm>
                <a:custGeom>
                  <a:avLst/>
                  <a:gdLst/>
                  <a:ahLst/>
                  <a:cxnLst/>
                  <a:rect l="l" t="t" r="r" b="b"/>
                  <a:pathLst>
                    <a:path w="5958" h="3722" extrusionOk="0">
                      <a:moveTo>
                        <a:pt x="1" y="1"/>
                      </a:moveTo>
                      <a:lnTo>
                        <a:pt x="3584" y="3721"/>
                      </a:lnTo>
                      <a:lnTo>
                        <a:pt x="5958"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3" name="Google Shape;1813;p20"/>
                <p:cNvSpPr/>
                <p:nvPr/>
              </p:nvSpPr>
              <p:spPr>
                <a:xfrm>
                  <a:off x="4078475" y="2023500"/>
                  <a:ext cx="149525" cy="93050"/>
                </a:xfrm>
                <a:custGeom>
                  <a:avLst/>
                  <a:gdLst/>
                  <a:ahLst/>
                  <a:cxnLst/>
                  <a:rect l="l" t="t" r="r" b="b"/>
                  <a:pathLst>
                    <a:path w="5981" h="3722" extrusionOk="0">
                      <a:moveTo>
                        <a:pt x="0" y="1"/>
                      </a:moveTo>
                      <a:lnTo>
                        <a:pt x="3607" y="3721"/>
                      </a:lnTo>
                      <a:lnTo>
                        <a:pt x="5981" y="3721"/>
                      </a:lnTo>
                      <a:lnTo>
                        <a:pt x="23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4" name="Google Shape;1814;p20"/>
                <p:cNvSpPr/>
                <p:nvPr/>
              </p:nvSpPr>
              <p:spPr>
                <a:xfrm>
                  <a:off x="4190875" y="2023500"/>
                  <a:ext cx="148975" cy="93050"/>
                </a:xfrm>
                <a:custGeom>
                  <a:avLst/>
                  <a:gdLst/>
                  <a:ahLst/>
                  <a:cxnLst/>
                  <a:rect l="l" t="t" r="r" b="b"/>
                  <a:pathLst>
                    <a:path w="5959" h="3722" extrusionOk="0">
                      <a:moveTo>
                        <a:pt x="1" y="1"/>
                      </a:moveTo>
                      <a:lnTo>
                        <a:pt x="3584" y="3721"/>
                      </a:lnTo>
                      <a:lnTo>
                        <a:pt x="5958" y="3721"/>
                      </a:lnTo>
                      <a:lnTo>
                        <a:pt x="23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5" name="Google Shape;1815;p20"/>
                <p:cNvSpPr/>
                <p:nvPr/>
              </p:nvSpPr>
              <p:spPr>
                <a:xfrm>
                  <a:off x="4302725" y="2023500"/>
                  <a:ext cx="149525" cy="93050"/>
                </a:xfrm>
                <a:custGeom>
                  <a:avLst/>
                  <a:gdLst/>
                  <a:ahLst/>
                  <a:cxnLst/>
                  <a:rect l="l" t="t" r="r" b="b"/>
                  <a:pathLst>
                    <a:path w="5981" h="3722" extrusionOk="0">
                      <a:moveTo>
                        <a:pt x="1" y="1"/>
                      </a:moveTo>
                      <a:lnTo>
                        <a:pt x="3584" y="3721"/>
                      </a:lnTo>
                      <a:lnTo>
                        <a:pt x="5981" y="3721"/>
                      </a:lnTo>
                      <a:lnTo>
                        <a:pt x="23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6" name="Google Shape;1816;p20"/>
                <p:cNvSpPr/>
                <p:nvPr/>
              </p:nvSpPr>
              <p:spPr>
                <a:xfrm>
                  <a:off x="2718075" y="2800150"/>
                  <a:ext cx="276800" cy="172925"/>
                </a:xfrm>
                <a:custGeom>
                  <a:avLst/>
                  <a:gdLst/>
                  <a:ahLst/>
                  <a:cxnLst/>
                  <a:rect l="l" t="t" r="r" b="b"/>
                  <a:pathLst>
                    <a:path w="11072"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7" name="Google Shape;1817;p20"/>
                <p:cNvSpPr/>
                <p:nvPr/>
              </p:nvSpPr>
              <p:spPr>
                <a:xfrm>
                  <a:off x="2925800" y="2800150"/>
                  <a:ext cx="276775" cy="172925"/>
                </a:xfrm>
                <a:custGeom>
                  <a:avLst/>
                  <a:gdLst/>
                  <a:ahLst/>
                  <a:cxnLst/>
                  <a:rect l="l" t="t" r="r" b="b"/>
                  <a:pathLst>
                    <a:path w="11071" h="6917" extrusionOk="0">
                      <a:moveTo>
                        <a:pt x="0" y="0"/>
                      </a:moveTo>
                      <a:lnTo>
                        <a:pt x="6665" y="6916"/>
                      </a:lnTo>
                      <a:lnTo>
                        <a:pt x="11070" y="6916"/>
                      </a:lnTo>
                      <a:lnTo>
                        <a:pt x="440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8" name="Google Shape;1818;p20"/>
                <p:cNvSpPr/>
                <p:nvPr/>
              </p:nvSpPr>
              <p:spPr>
                <a:xfrm>
                  <a:off x="3133500" y="2800150"/>
                  <a:ext cx="276775" cy="172925"/>
                </a:xfrm>
                <a:custGeom>
                  <a:avLst/>
                  <a:gdLst/>
                  <a:ahLst/>
                  <a:cxnLst/>
                  <a:rect l="l" t="t" r="r" b="b"/>
                  <a:pathLst>
                    <a:path w="11071" h="6917" extrusionOk="0">
                      <a:moveTo>
                        <a:pt x="1" y="0"/>
                      </a:moveTo>
                      <a:lnTo>
                        <a:pt x="6666" y="6916"/>
                      </a:lnTo>
                      <a:lnTo>
                        <a:pt x="11071" y="6916"/>
                      </a:lnTo>
                      <a:lnTo>
                        <a:pt x="442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19" name="Google Shape;1819;p20"/>
                <p:cNvSpPr/>
                <p:nvPr/>
              </p:nvSpPr>
              <p:spPr>
                <a:xfrm>
                  <a:off x="3341775" y="2800150"/>
                  <a:ext cx="276800" cy="172925"/>
                </a:xfrm>
                <a:custGeom>
                  <a:avLst/>
                  <a:gdLst/>
                  <a:ahLst/>
                  <a:cxnLst/>
                  <a:rect l="l" t="t" r="r" b="b"/>
                  <a:pathLst>
                    <a:path w="11072" h="6917" extrusionOk="0">
                      <a:moveTo>
                        <a:pt x="1" y="0"/>
                      </a:moveTo>
                      <a:lnTo>
                        <a:pt x="6643"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0" name="Google Shape;1820;p20"/>
                <p:cNvSpPr/>
                <p:nvPr/>
              </p:nvSpPr>
              <p:spPr>
                <a:xfrm>
                  <a:off x="3549500" y="2800150"/>
                  <a:ext cx="276775" cy="172925"/>
                </a:xfrm>
                <a:custGeom>
                  <a:avLst/>
                  <a:gdLst/>
                  <a:ahLst/>
                  <a:cxnLst/>
                  <a:rect l="l" t="t" r="r" b="b"/>
                  <a:pathLst>
                    <a:path w="11071" h="6917" extrusionOk="0">
                      <a:moveTo>
                        <a:pt x="0" y="0"/>
                      </a:moveTo>
                      <a:lnTo>
                        <a:pt x="6665"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1" name="Google Shape;1821;p20"/>
                <p:cNvSpPr/>
                <p:nvPr/>
              </p:nvSpPr>
              <p:spPr>
                <a:xfrm>
                  <a:off x="3757200" y="2800150"/>
                  <a:ext cx="276775" cy="172925"/>
                </a:xfrm>
                <a:custGeom>
                  <a:avLst/>
                  <a:gdLst/>
                  <a:ahLst/>
                  <a:cxnLst/>
                  <a:rect l="l" t="t" r="r" b="b"/>
                  <a:pathLst>
                    <a:path w="11071" h="6917" extrusionOk="0">
                      <a:moveTo>
                        <a:pt x="1" y="0"/>
                      </a:moveTo>
                      <a:lnTo>
                        <a:pt x="6666" y="6916"/>
                      </a:lnTo>
                      <a:lnTo>
                        <a:pt x="11071" y="6916"/>
                      </a:lnTo>
                      <a:lnTo>
                        <a:pt x="440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2" name="Google Shape;1822;p20"/>
                <p:cNvSpPr/>
                <p:nvPr/>
              </p:nvSpPr>
              <p:spPr>
                <a:xfrm>
                  <a:off x="61139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3" name="Google Shape;1823;p20"/>
                <p:cNvSpPr/>
                <p:nvPr/>
              </p:nvSpPr>
              <p:spPr>
                <a:xfrm>
                  <a:off x="5906200" y="435450"/>
                  <a:ext cx="276800" cy="172925"/>
                </a:xfrm>
                <a:custGeom>
                  <a:avLst/>
                  <a:gdLst/>
                  <a:ahLst/>
                  <a:cxnLst/>
                  <a:rect l="l" t="t" r="r" b="b"/>
                  <a:pathLst>
                    <a:path w="11072"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4" name="Google Shape;1824;p20"/>
                <p:cNvSpPr/>
                <p:nvPr/>
              </p:nvSpPr>
              <p:spPr>
                <a:xfrm>
                  <a:off x="5698500" y="435450"/>
                  <a:ext cx="276775" cy="172925"/>
                </a:xfrm>
                <a:custGeom>
                  <a:avLst/>
                  <a:gdLst/>
                  <a:ahLst/>
                  <a:cxnLst/>
                  <a:rect l="l" t="t" r="r" b="b"/>
                  <a:pathLst>
                    <a:path w="11071" h="6917" extrusionOk="0">
                      <a:moveTo>
                        <a:pt x="6643"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5" name="Google Shape;1825;p20"/>
                <p:cNvSpPr/>
                <p:nvPr/>
              </p:nvSpPr>
              <p:spPr>
                <a:xfrm>
                  <a:off x="5490225" y="435450"/>
                  <a:ext cx="276775" cy="172925"/>
                </a:xfrm>
                <a:custGeom>
                  <a:avLst/>
                  <a:gdLst/>
                  <a:ahLst/>
                  <a:cxnLst/>
                  <a:rect l="l" t="t" r="r" b="b"/>
                  <a:pathLst>
                    <a:path w="11071" h="6917" extrusionOk="0">
                      <a:moveTo>
                        <a:pt x="6665" y="0"/>
                      </a:moveTo>
                      <a:lnTo>
                        <a:pt x="0" y="6916"/>
                      </a:lnTo>
                      <a:lnTo>
                        <a:pt x="4428" y="6916"/>
                      </a:lnTo>
                      <a:lnTo>
                        <a:pt x="110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6" name="Google Shape;1826;p20"/>
                <p:cNvSpPr/>
                <p:nvPr/>
              </p:nvSpPr>
              <p:spPr>
                <a:xfrm>
                  <a:off x="5282500" y="435450"/>
                  <a:ext cx="276775" cy="172925"/>
                </a:xfrm>
                <a:custGeom>
                  <a:avLst/>
                  <a:gdLst/>
                  <a:ahLst/>
                  <a:cxnLst/>
                  <a:rect l="l" t="t" r="r" b="b"/>
                  <a:pathLst>
                    <a:path w="11071" h="6917" extrusionOk="0">
                      <a:moveTo>
                        <a:pt x="6666"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7" name="Google Shape;1827;p20"/>
                <p:cNvSpPr/>
                <p:nvPr/>
              </p:nvSpPr>
              <p:spPr>
                <a:xfrm>
                  <a:off x="5074800" y="435450"/>
                  <a:ext cx="276775" cy="172925"/>
                </a:xfrm>
                <a:custGeom>
                  <a:avLst/>
                  <a:gdLst/>
                  <a:ahLst/>
                  <a:cxnLst/>
                  <a:rect l="l" t="t" r="r" b="b"/>
                  <a:pathLst>
                    <a:path w="11071" h="6917" extrusionOk="0">
                      <a:moveTo>
                        <a:pt x="6665" y="0"/>
                      </a:moveTo>
                      <a:lnTo>
                        <a:pt x="0"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8" name="Google Shape;1828;p20"/>
                <p:cNvSpPr/>
                <p:nvPr/>
              </p:nvSpPr>
              <p:spPr>
                <a:xfrm>
                  <a:off x="4867075" y="435450"/>
                  <a:ext cx="276800" cy="172925"/>
                </a:xfrm>
                <a:custGeom>
                  <a:avLst/>
                  <a:gdLst/>
                  <a:ahLst/>
                  <a:cxnLst/>
                  <a:rect l="l" t="t" r="r" b="b"/>
                  <a:pathLst>
                    <a:path w="11072" h="6917" extrusionOk="0">
                      <a:moveTo>
                        <a:pt x="6643" y="0"/>
                      </a:moveTo>
                      <a:lnTo>
                        <a:pt x="1" y="6916"/>
                      </a:lnTo>
                      <a:lnTo>
                        <a:pt x="4406"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29" name="Google Shape;1829;p20"/>
                <p:cNvSpPr/>
                <p:nvPr/>
              </p:nvSpPr>
              <p:spPr>
                <a:xfrm>
                  <a:off x="4658800" y="435450"/>
                  <a:ext cx="276775" cy="172925"/>
                </a:xfrm>
                <a:custGeom>
                  <a:avLst/>
                  <a:gdLst/>
                  <a:ahLst/>
                  <a:cxnLst/>
                  <a:rect l="l" t="t" r="r" b="b"/>
                  <a:pathLst>
                    <a:path w="11071" h="6917" extrusionOk="0">
                      <a:moveTo>
                        <a:pt x="6666" y="0"/>
                      </a:moveTo>
                      <a:lnTo>
                        <a:pt x="1" y="6916"/>
                      </a:lnTo>
                      <a:lnTo>
                        <a:pt x="4429" y="6916"/>
                      </a:lnTo>
                      <a:lnTo>
                        <a:pt x="110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0" name="Google Shape;1830;p20"/>
                <p:cNvSpPr/>
                <p:nvPr/>
              </p:nvSpPr>
              <p:spPr>
                <a:xfrm>
                  <a:off x="4853400"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1" name="Google Shape;1831;p20"/>
                <p:cNvSpPr/>
                <p:nvPr/>
              </p:nvSpPr>
              <p:spPr>
                <a:xfrm>
                  <a:off x="4940700"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2" name="Google Shape;1832;p20"/>
                <p:cNvSpPr/>
                <p:nvPr/>
              </p:nvSpPr>
              <p:spPr>
                <a:xfrm>
                  <a:off x="5028000"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3" name="Google Shape;1833;p20"/>
                <p:cNvSpPr/>
                <p:nvPr/>
              </p:nvSpPr>
              <p:spPr>
                <a:xfrm>
                  <a:off x="5115300" y="927325"/>
                  <a:ext cx="143825" cy="155250"/>
                </a:xfrm>
                <a:custGeom>
                  <a:avLst/>
                  <a:gdLst/>
                  <a:ahLst/>
                  <a:cxnLst/>
                  <a:rect l="l" t="t" r="r" b="b"/>
                  <a:pathLst>
                    <a:path w="5753" h="6210" extrusionOk="0">
                      <a:moveTo>
                        <a:pt x="1" y="1"/>
                      </a:moveTo>
                      <a:lnTo>
                        <a:pt x="3516" y="3265"/>
                      </a:lnTo>
                      <a:lnTo>
                        <a:pt x="366"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4" name="Google Shape;1834;p20"/>
                <p:cNvSpPr/>
                <p:nvPr/>
              </p:nvSpPr>
              <p:spPr>
                <a:xfrm>
                  <a:off x="5202625" y="927325"/>
                  <a:ext cx="143825" cy="155250"/>
                </a:xfrm>
                <a:custGeom>
                  <a:avLst/>
                  <a:gdLst/>
                  <a:ahLst/>
                  <a:cxnLst/>
                  <a:rect l="l" t="t" r="r" b="b"/>
                  <a:pathLst>
                    <a:path w="5753" h="6210" extrusionOk="0">
                      <a:moveTo>
                        <a:pt x="0" y="1"/>
                      </a:moveTo>
                      <a:lnTo>
                        <a:pt x="3515"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5" name="Google Shape;1835;p20"/>
                <p:cNvSpPr/>
                <p:nvPr/>
              </p:nvSpPr>
              <p:spPr>
                <a:xfrm>
                  <a:off x="5289925" y="927325"/>
                  <a:ext cx="143825" cy="155250"/>
                </a:xfrm>
                <a:custGeom>
                  <a:avLst/>
                  <a:gdLst/>
                  <a:ahLst/>
                  <a:cxnLst/>
                  <a:rect l="l" t="t" r="r" b="b"/>
                  <a:pathLst>
                    <a:path w="5753" h="6210" extrusionOk="0">
                      <a:moveTo>
                        <a:pt x="0" y="1"/>
                      </a:moveTo>
                      <a:lnTo>
                        <a:pt x="3516" y="3265"/>
                      </a:lnTo>
                      <a:lnTo>
                        <a:pt x="388" y="6209"/>
                      </a:lnTo>
                      <a:lnTo>
                        <a:pt x="2625"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6" name="Google Shape;1836;p20"/>
                <p:cNvSpPr/>
                <p:nvPr/>
              </p:nvSpPr>
              <p:spPr>
                <a:xfrm>
                  <a:off x="5377225" y="927325"/>
                  <a:ext cx="143825" cy="155250"/>
                </a:xfrm>
                <a:custGeom>
                  <a:avLst/>
                  <a:gdLst/>
                  <a:ahLst/>
                  <a:cxnLst/>
                  <a:rect l="l" t="t" r="r" b="b"/>
                  <a:pathLst>
                    <a:path w="5753" h="6210" extrusionOk="0">
                      <a:moveTo>
                        <a:pt x="1" y="1"/>
                      </a:moveTo>
                      <a:lnTo>
                        <a:pt x="3516" y="3265"/>
                      </a:lnTo>
                      <a:lnTo>
                        <a:pt x="389" y="6209"/>
                      </a:lnTo>
                      <a:lnTo>
                        <a:pt x="2626"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7" name="Google Shape;1837;p20"/>
                <p:cNvSpPr/>
                <p:nvPr/>
              </p:nvSpPr>
              <p:spPr>
                <a:xfrm>
                  <a:off x="5465100" y="927325"/>
                  <a:ext cx="143250" cy="155250"/>
                </a:xfrm>
                <a:custGeom>
                  <a:avLst/>
                  <a:gdLst/>
                  <a:ahLst/>
                  <a:cxnLst/>
                  <a:rect l="l" t="t" r="r" b="b"/>
                  <a:pathLst>
                    <a:path w="5730" h="6210" extrusionOk="0">
                      <a:moveTo>
                        <a:pt x="1" y="1"/>
                      </a:moveTo>
                      <a:lnTo>
                        <a:pt x="3493" y="3265"/>
                      </a:lnTo>
                      <a:lnTo>
                        <a:pt x="366" y="6209"/>
                      </a:lnTo>
                      <a:lnTo>
                        <a:pt x="2603" y="6209"/>
                      </a:lnTo>
                      <a:lnTo>
                        <a:pt x="5730"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8" name="Google Shape;1838;p20"/>
                <p:cNvSpPr/>
                <p:nvPr/>
              </p:nvSpPr>
              <p:spPr>
                <a:xfrm>
                  <a:off x="5552425" y="927325"/>
                  <a:ext cx="143250" cy="155250"/>
                </a:xfrm>
                <a:custGeom>
                  <a:avLst/>
                  <a:gdLst/>
                  <a:ahLst/>
                  <a:cxnLst/>
                  <a:rect l="l" t="t" r="r" b="b"/>
                  <a:pathLst>
                    <a:path w="5730" h="6210" extrusionOk="0">
                      <a:moveTo>
                        <a:pt x="0" y="1"/>
                      </a:moveTo>
                      <a:lnTo>
                        <a:pt x="3492" y="3265"/>
                      </a:lnTo>
                      <a:lnTo>
                        <a:pt x="365" y="6209"/>
                      </a:lnTo>
                      <a:lnTo>
                        <a:pt x="2602" y="6209"/>
                      </a:lnTo>
                      <a:lnTo>
                        <a:pt x="5729"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39" name="Google Shape;1839;p20"/>
                <p:cNvSpPr/>
                <p:nvPr/>
              </p:nvSpPr>
              <p:spPr>
                <a:xfrm>
                  <a:off x="5639725" y="927325"/>
                  <a:ext cx="143825" cy="155250"/>
                </a:xfrm>
                <a:custGeom>
                  <a:avLst/>
                  <a:gdLst/>
                  <a:ahLst/>
                  <a:cxnLst/>
                  <a:rect l="l" t="t" r="r" b="b"/>
                  <a:pathLst>
                    <a:path w="5753" h="6210" extrusionOk="0">
                      <a:moveTo>
                        <a:pt x="0" y="1"/>
                      </a:moveTo>
                      <a:lnTo>
                        <a:pt x="3493" y="3265"/>
                      </a:lnTo>
                      <a:lnTo>
                        <a:pt x="366" y="6209"/>
                      </a:lnTo>
                      <a:lnTo>
                        <a:pt x="2602" y="6209"/>
                      </a:lnTo>
                      <a:lnTo>
                        <a:pt x="5752" y="3265"/>
                      </a:lnTo>
                      <a:lnTo>
                        <a:pt x="223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40" name="Google Shape;1840;p20"/>
                <p:cNvSpPr/>
                <p:nvPr/>
              </p:nvSpPr>
              <p:spPr>
                <a:xfrm>
                  <a:off x="5727025" y="927325"/>
                  <a:ext cx="143825" cy="155250"/>
                </a:xfrm>
                <a:custGeom>
                  <a:avLst/>
                  <a:gdLst/>
                  <a:ahLst/>
                  <a:cxnLst/>
                  <a:rect l="l" t="t" r="r" b="b"/>
                  <a:pathLst>
                    <a:path w="5753" h="6210" extrusionOk="0">
                      <a:moveTo>
                        <a:pt x="1" y="1"/>
                      </a:moveTo>
                      <a:lnTo>
                        <a:pt x="3516" y="3265"/>
                      </a:lnTo>
                      <a:lnTo>
                        <a:pt x="366" y="6209"/>
                      </a:lnTo>
                      <a:lnTo>
                        <a:pt x="2603" y="6209"/>
                      </a:lnTo>
                      <a:lnTo>
                        <a:pt x="5753" y="3265"/>
                      </a:lnTo>
                      <a:lnTo>
                        <a:pt x="2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1841" name="Google Shape;1841;p20"/>
              <p:cNvCxnSpPr/>
              <p:nvPr/>
            </p:nvCxnSpPr>
            <p:spPr>
              <a:xfrm>
                <a:off x="7315575" y="705500"/>
                <a:ext cx="1963500" cy="0"/>
              </a:xfrm>
              <a:prstGeom prst="straightConnector1">
                <a:avLst/>
              </a:prstGeom>
              <a:noFill/>
              <a:ln w="19050" cap="flat" cmpd="sng">
                <a:solidFill>
                  <a:schemeClr val="accent1"/>
                </a:solidFill>
                <a:prstDash val="solid"/>
                <a:round/>
                <a:headEnd type="none" w="med" len="med"/>
                <a:tailEnd type="none" w="med" len="med"/>
              </a:ln>
            </p:spPr>
          </p:cxnSp>
        </p:grpSp>
        <p:sp>
          <p:nvSpPr>
            <p:cNvPr id="1842" name="Google Shape;1842;p20"/>
            <p:cNvSpPr/>
            <p:nvPr/>
          </p:nvSpPr>
          <p:spPr>
            <a:xfrm flipH="1">
              <a:off x="6008353" y="-39875"/>
              <a:ext cx="3135650" cy="766675"/>
            </a:xfrm>
            <a:custGeom>
              <a:avLst/>
              <a:gdLst/>
              <a:ahLst/>
              <a:cxnLst/>
              <a:rect l="l" t="t" r="r" b="b"/>
              <a:pathLst>
                <a:path w="125426" h="30667" extrusionOk="0">
                  <a:moveTo>
                    <a:pt x="125014" y="1"/>
                  </a:moveTo>
                  <a:cubicBezTo>
                    <a:pt x="124917" y="1"/>
                    <a:pt x="124820" y="35"/>
                    <a:pt x="124741" y="103"/>
                  </a:cubicBezTo>
                  <a:lnTo>
                    <a:pt x="111936" y="12931"/>
                  </a:lnTo>
                  <a:lnTo>
                    <a:pt x="47020" y="12931"/>
                  </a:lnTo>
                  <a:lnTo>
                    <a:pt x="30016" y="29913"/>
                  </a:lnTo>
                  <a:lnTo>
                    <a:pt x="388" y="29913"/>
                  </a:lnTo>
                  <a:cubicBezTo>
                    <a:pt x="160" y="29913"/>
                    <a:pt x="0" y="30073"/>
                    <a:pt x="0" y="30301"/>
                  </a:cubicBezTo>
                  <a:cubicBezTo>
                    <a:pt x="0" y="30507"/>
                    <a:pt x="160" y="30666"/>
                    <a:pt x="388" y="30666"/>
                  </a:cubicBezTo>
                  <a:lnTo>
                    <a:pt x="30335" y="30666"/>
                  </a:lnTo>
                  <a:lnTo>
                    <a:pt x="47340" y="13685"/>
                  </a:lnTo>
                  <a:lnTo>
                    <a:pt x="112255" y="13685"/>
                  </a:lnTo>
                  <a:lnTo>
                    <a:pt x="125288" y="651"/>
                  </a:lnTo>
                  <a:cubicBezTo>
                    <a:pt x="125425" y="514"/>
                    <a:pt x="125425" y="263"/>
                    <a:pt x="125288" y="103"/>
                  </a:cubicBezTo>
                  <a:cubicBezTo>
                    <a:pt x="125208" y="35"/>
                    <a:pt x="125111" y="1"/>
                    <a:pt x="12501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
        <p:nvSpPr>
          <p:cNvPr id="1843" name="Google Shape;1843;p20"/>
          <p:cNvSpPr txBox="1"/>
          <p:nvPr>
            <p:ph type="title"/>
          </p:nvPr>
        </p:nvSpPr>
        <p:spPr>
          <a:xfrm>
            <a:off x="720000" y="314175"/>
            <a:ext cx="7704000" cy="893400"/>
          </a:xfrm>
          <a:prstGeom prst="rect">
            <a:avLst/>
          </a:prstGeom>
        </p:spPr>
        <p:txBody>
          <a:bodyPr spcFirstLastPara="1" wrap="square" lIns="0" tIns="0" rIns="0" bIns="0" anchor="t" anchorCtr="0">
            <a:noAutofit/>
          </a:bodyPr>
          <a:lstStyle>
            <a:lvl1pPr lvl="0" rtl="0">
              <a:spcBef>
                <a:spcPts val="0"/>
              </a:spcBef>
              <a:spcAft>
                <a:spcPts val="0"/>
              </a:spcAft>
              <a:buSzPts val="3600"/>
              <a:buNone/>
              <a:defRPr sz="7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44" name="Google Shape;1844;p20"/>
          <p:cNvSpPr txBox="1"/>
          <p:nvPr>
            <p:ph type="subTitle" idx="1"/>
          </p:nvPr>
        </p:nvSpPr>
        <p:spPr>
          <a:xfrm>
            <a:off x="3488850" y="1978325"/>
            <a:ext cx="2166300" cy="15849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0"/>
              </a:spcBef>
              <a:spcAft>
                <a:spcPts val="0"/>
              </a:spcAft>
              <a:buSzPts val="1600"/>
              <a:buNone/>
              <a:defRPr/>
            </a:lvl3pPr>
            <a:lvl4pPr lvl="3" algn="ctr" rtl="0">
              <a:lnSpc>
                <a:spcPct val="100000"/>
              </a:lnSpc>
              <a:spcBef>
                <a:spcPts val="0"/>
              </a:spcBef>
              <a:spcAft>
                <a:spcPts val="0"/>
              </a:spcAft>
              <a:buSzPts val="1600"/>
              <a:buNone/>
              <a:defRPr/>
            </a:lvl4pPr>
            <a:lvl5pPr lvl="4" algn="ctr" rtl="0">
              <a:lnSpc>
                <a:spcPct val="100000"/>
              </a:lnSpc>
              <a:spcBef>
                <a:spcPts val="0"/>
              </a:spcBef>
              <a:spcAft>
                <a:spcPts val="0"/>
              </a:spcAft>
              <a:buSzPts val="1600"/>
              <a:buNone/>
              <a:defRPr/>
            </a:lvl5pPr>
            <a:lvl6pPr lvl="5" algn="ctr" rtl="0">
              <a:lnSpc>
                <a:spcPct val="100000"/>
              </a:lnSpc>
              <a:spcBef>
                <a:spcPts val="0"/>
              </a:spcBef>
              <a:spcAft>
                <a:spcPts val="0"/>
              </a:spcAft>
              <a:buSzPts val="1600"/>
              <a:buNone/>
              <a:defRPr/>
            </a:lvl6pPr>
            <a:lvl7pPr lvl="6" algn="ctr" rtl="0">
              <a:lnSpc>
                <a:spcPct val="100000"/>
              </a:lnSpc>
              <a:spcBef>
                <a:spcPts val="0"/>
              </a:spcBef>
              <a:spcAft>
                <a:spcPts val="0"/>
              </a:spcAft>
              <a:buSzPts val="1600"/>
              <a:buNone/>
              <a:defRPr/>
            </a:lvl7pPr>
            <a:lvl8pPr lvl="7" algn="ctr" rtl="0">
              <a:lnSpc>
                <a:spcPct val="100000"/>
              </a:lnSpc>
              <a:spcBef>
                <a:spcPts val="0"/>
              </a:spcBef>
              <a:spcAft>
                <a:spcPts val="0"/>
              </a:spcAft>
              <a:buSzPts val="1600"/>
              <a:buNone/>
              <a:defRPr/>
            </a:lvl8pPr>
            <a:lvl9pPr lvl="8" algn="ctr" rtl="0">
              <a:lnSpc>
                <a:spcPct val="100000"/>
              </a:lnSpc>
              <a:spcBef>
                <a:spcPts val="0"/>
              </a:spcBef>
              <a:spcAft>
                <a:spcPts val="0"/>
              </a:spcAft>
              <a:buSzPts val="1600"/>
              <a:buNone/>
              <a:defRPr/>
            </a:lvl9pPr>
          </a:lstStyle>
          <a:p/>
        </p:txBody>
      </p:sp>
      <p:sp>
        <p:nvSpPr>
          <p:cNvPr id="1845" name="Google Shape;1845;p20"/>
          <p:cNvSpPr txBox="1"/>
          <p:nvPr/>
        </p:nvSpPr>
        <p:spPr>
          <a:xfrm>
            <a:off x="2493000" y="3787200"/>
            <a:ext cx="4158000" cy="525000"/>
          </a:xfrm>
          <a:prstGeom prst="rect">
            <a:avLst/>
          </a:prstGeom>
          <a:noFill/>
          <a:ln>
            <a:noFill/>
          </a:ln>
        </p:spPr>
        <p:txBody>
          <a:bodyPr spcFirstLastPara="1" wrap="square" lIns="0" tIns="0" rIns="0" bIns="0" anchor="t" anchorCtr="0">
            <a:noAutofit/>
          </a:bodyPr>
          <a:lstStyle/>
          <a:p>
            <a:pPr marL="0" lvl="0" indent="0" algn="ctr" rtl="0">
              <a:lnSpc>
                <a:spcPct val="90000"/>
              </a:lnSpc>
              <a:spcBef>
                <a:spcPts val="0"/>
              </a:spcBef>
              <a:spcAft>
                <a:spcPts val="0"/>
              </a:spcAft>
              <a:buNone/>
            </a:pPr>
            <a:r>
              <a:rPr lang="en-GB" sz="1200">
                <a:solidFill>
                  <a:schemeClr val="dk1"/>
                </a:solidFill>
                <a:latin typeface="Roboto"/>
                <a:ea typeface="Roboto"/>
                <a:cs typeface="Roboto"/>
                <a:sym typeface="Roboto"/>
              </a:rPr>
              <a:t>CREDITS: This presentation template was created by </a:t>
            </a:r>
            <a:r>
              <a:rPr lang="en-GB" sz="1200" b="1">
                <a:solidFill>
                  <a:schemeClr val="dk2"/>
                </a:solidFill>
                <a:uFill>
                  <a:noFill/>
                </a:uFill>
                <a:latin typeface="Roboto"/>
                <a:ea typeface="Roboto"/>
                <a:cs typeface="Roboto"/>
                <a:sym typeface="Roboto"/>
                <a:hlinkClick r:id="rId2"/>
              </a:rPr>
              <a:t>Slidesgo</a:t>
            </a:r>
            <a:r>
              <a:rPr lang="en-GB" sz="1200">
                <a:solidFill>
                  <a:schemeClr val="dk1"/>
                </a:solidFill>
                <a:latin typeface="Roboto"/>
                <a:ea typeface="Roboto"/>
                <a:cs typeface="Roboto"/>
                <a:sym typeface="Roboto"/>
              </a:rPr>
              <a:t>, including icons by </a:t>
            </a:r>
            <a:r>
              <a:rPr lang="en-GB" sz="1200" b="1">
                <a:solidFill>
                  <a:schemeClr val="dk2"/>
                </a:solidFill>
                <a:uFill>
                  <a:noFill/>
                </a:uFill>
                <a:latin typeface="Roboto"/>
                <a:ea typeface="Roboto"/>
                <a:cs typeface="Roboto"/>
                <a:sym typeface="Roboto"/>
                <a:hlinkClick r:id="rId3"/>
              </a:rPr>
              <a:t>Flaticon</a:t>
            </a:r>
            <a:r>
              <a:rPr lang="en-GB" sz="1200">
                <a:solidFill>
                  <a:schemeClr val="dk1"/>
                </a:solidFill>
                <a:latin typeface="Roboto"/>
                <a:ea typeface="Roboto"/>
                <a:cs typeface="Roboto"/>
                <a:sym typeface="Roboto"/>
              </a:rPr>
              <a:t>, and infographics &amp; images by </a:t>
            </a:r>
            <a:r>
              <a:rPr lang="en-GB" sz="1200" b="1">
                <a:solidFill>
                  <a:schemeClr val="dk2"/>
                </a:solidFill>
                <a:uFill>
                  <a:noFill/>
                </a:uFill>
                <a:latin typeface="Roboto"/>
                <a:ea typeface="Roboto"/>
                <a:cs typeface="Roboto"/>
                <a:sym typeface="Roboto"/>
                <a:hlinkClick r:id="rId4"/>
              </a:rPr>
              <a:t>Freepik</a:t>
            </a:r>
            <a:endParaRPr>
              <a:solidFill>
                <a:schemeClr val="dk1"/>
              </a:solidFill>
              <a:latin typeface="Roboto"/>
              <a:ea typeface="Roboto"/>
              <a:cs typeface="Roboto"/>
              <a:sym typeface="Robot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846" name="Shape 184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461875"/>
            <a:ext cx="7704000" cy="488400"/>
          </a:xfrm>
          <a:prstGeom prst="rect">
            <a:avLst/>
          </a:prstGeom>
          <a:noFill/>
          <a:ln>
            <a:noFill/>
          </a:ln>
        </p:spPr>
        <p:txBody>
          <a:bodyPr spcFirstLastPara="1" wrap="square" lIns="0" tIns="0" rIns="0" bIns="0" anchor="t" anchorCtr="0">
            <a:noAutofit/>
          </a:bodyPr>
          <a:lstStyle>
            <a:lvl1pPr lvl="0" algn="ctr">
              <a:spcBef>
                <a:spcPts val="0"/>
              </a:spcBef>
              <a:spcAft>
                <a:spcPts val="0"/>
              </a:spcAft>
              <a:buClr>
                <a:schemeClr val="dk2"/>
              </a:buClr>
              <a:buSzPts val="3600"/>
              <a:buFont typeface="Bebas Neue" panose="020B0606020202050201"/>
              <a:buNone/>
              <a:defRPr sz="3600">
                <a:solidFill>
                  <a:schemeClr val="dk2"/>
                </a:solidFill>
                <a:latin typeface="Bebas Neue" panose="020B0606020202050201"/>
                <a:ea typeface="Bebas Neue" panose="020B0606020202050201"/>
                <a:cs typeface="Bebas Neue" panose="020B0606020202050201"/>
                <a:sym typeface="Bebas Neue" panose="020B0606020202050201"/>
              </a:defRPr>
            </a:lvl1pPr>
            <a:lvl2pPr lvl="1">
              <a:spcBef>
                <a:spcPts val="0"/>
              </a:spcBef>
              <a:spcAft>
                <a:spcPts val="0"/>
              </a:spcAft>
              <a:buClr>
                <a:schemeClr val="dk2"/>
              </a:buClr>
              <a:buSzPts val="2800"/>
              <a:buNone/>
              <a:defRPr sz="2800">
                <a:solidFill>
                  <a:schemeClr val="dk2"/>
                </a:solidFill>
              </a:defRPr>
            </a:lvl2pPr>
            <a:lvl3pPr lvl="2">
              <a:spcBef>
                <a:spcPts val="0"/>
              </a:spcBef>
              <a:spcAft>
                <a:spcPts val="0"/>
              </a:spcAft>
              <a:buClr>
                <a:schemeClr val="dk2"/>
              </a:buClr>
              <a:buSzPts val="2800"/>
              <a:buNone/>
              <a:defRPr sz="2800">
                <a:solidFill>
                  <a:schemeClr val="dk2"/>
                </a:solidFill>
              </a:defRPr>
            </a:lvl3pPr>
            <a:lvl4pPr lvl="3">
              <a:spcBef>
                <a:spcPts val="0"/>
              </a:spcBef>
              <a:spcAft>
                <a:spcPts val="0"/>
              </a:spcAft>
              <a:buClr>
                <a:schemeClr val="dk2"/>
              </a:buClr>
              <a:buSzPts val="2800"/>
              <a:buNone/>
              <a:defRPr sz="2800">
                <a:solidFill>
                  <a:schemeClr val="dk2"/>
                </a:solidFill>
              </a:defRPr>
            </a:lvl4pPr>
            <a:lvl5pPr lvl="4">
              <a:spcBef>
                <a:spcPts val="0"/>
              </a:spcBef>
              <a:spcAft>
                <a:spcPts val="0"/>
              </a:spcAft>
              <a:buClr>
                <a:schemeClr val="dk2"/>
              </a:buClr>
              <a:buSzPts val="2800"/>
              <a:buNone/>
              <a:defRPr sz="2800">
                <a:solidFill>
                  <a:schemeClr val="dk2"/>
                </a:solidFill>
              </a:defRPr>
            </a:lvl5pPr>
            <a:lvl6pPr lvl="5">
              <a:spcBef>
                <a:spcPts val="0"/>
              </a:spcBef>
              <a:spcAft>
                <a:spcPts val="0"/>
              </a:spcAft>
              <a:buClr>
                <a:schemeClr val="dk2"/>
              </a:buClr>
              <a:buSzPts val="2800"/>
              <a:buNone/>
              <a:defRPr sz="2800">
                <a:solidFill>
                  <a:schemeClr val="dk2"/>
                </a:solidFill>
              </a:defRPr>
            </a:lvl6pPr>
            <a:lvl7pPr lvl="6">
              <a:spcBef>
                <a:spcPts val="0"/>
              </a:spcBef>
              <a:spcAft>
                <a:spcPts val="0"/>
              </a:spcAft>
              <a:buClr>
                <a:schemeClr val="dk2"/>
              </a:buClr>
              <a:buSzPts val="2800"/>
              <a:buNone/>
              <a:defRPr sz="2800">
                <a:solidFill>
                  <a:schemeClr val="dk2"/>
                </a:solidFill>
              </a:defRPr>
            </a:lvl7pPr>
            <a:lvl8pPr lvl="7">
              <a:spcBef>
                <a:spcPts val="0"/>
              </a:spcBef>
              <a:spcAft>
                <a:spcPts val="0"/>
              </a:spcAft>
              <a:buClr>
                <a:schemeClr val="dk2"/>
              </a:buClr>
              <a:buSzPts val="2800"/>
              <a:buNone/>
              <a:defRPr sz="2800">
                <a:solidFill>
                  <a:schemeClr val="dk2"/>
                </a:solidFill>
              </a:defRPr>
            </a:lvl8pPr>
            <a:lvl9pPr lvl="8">
              <a:spcBef>
                <a:spcPts val="0"/>
              </a:spcBef>
              <a:spcAft>
                <a:spcPts val="0"/>
              </a:spcAft>
              <a:buClr>
                <a:schemeClr val="dk2"/>
              </a:buClr>
              <a:buSzPts val="2800"/>
              <a:buNone/>
              <a:defRPr sz="2800">
                <a:solidFill>
                  <a:schemeClr val="dk2"/>
                </a:solidFill>
              </a:defRPr>
            </a:lvl9pPr>
          </a:lstStyle>
          <a:p/>
        </p:txBody>
      </p:sp>
      <p:sp>
        <p:nvSpPr>
          <p:cNvPr id="7" name="Google Shape;7;p1"/>
          <p:cNvSpPr txBox="1"/>
          <p:nvPr>
            <p:ph type="body" idx="1"/>
          </p:nvPr>
        </p:nvSpPr>
        <p:spPr>
          <a:xfrm>
            <a:off x="720000" y="1617575"/>
            <a:ext cx="7704000" cy="2951400"/>
          </a:xfrm>
          <a:prstGeom prst="rect">
            <a:avLst/>
          </a:prstGeom>
          <a:noFill/>
          <a:ln>
            <a:noFill/>
          </a:ln>
        </p:spPr>
        <p:txBody>
          <a:bodyPr spcFirstLastPara="1" wrap="square" lIns="0" tIns="0" rIns="0" bIns="0" anchor="t" anchorCtr="0">
            <a:noAutofit/>
          </a:bodyPr>
          <a:lstStyle>
            <a:lvl1pPr marL="457200" lvl="0" indent="-330200">
              <a:lnSpc>
                <a:spcPct val="115000"/>
              </a:lnSpc>
              <a:spcBef>
                <a:spcPts val="0"/>
              </a:spcBef>
              <a:spcAft>
                <a:spcPts val="0"/>
              </a:spcAft>
              <a:buClr>
                <a:schemeClr val="dk1"/>
              </a:buClr>
              <a:buSzPts val="1600"/>
              <a:buFont typeface="Roboto"/>
              <a:buChar char="●"/>
              <a:defRPr sz="1600">
                <a:solidFill>
                  <a:schemeClr val="dk1"/>
                </a:solidFill>
                <a:latin typeface="Roboto"/>
                <a:ea typeface="Roboto"/>
                <a:cs typeface="Roboto"/>
                <a:sym typeface="Roboto"/>
              </a:defRPr>
            </a:lvl1pPr>
            <a:lvl2pPr marL="914400" lvl="1" indent="-330200">
              <a:lnSpc>
                <a:spcPct val="115000"/>
              </a:lnSpc>
              <a:spcBef>
                <a:spcPts val="1600"/>
              </a:spcBef>
              <a:spcAft>
                <a:spcPts val="0"/>
              </a:spcAft>
              <a:buClr>
                <a:schemeClr val="dk1"/>
              </a:buClr>
              <a:buSzPts val="1600"/>
              <a:buFont typeface="Roboto"/>
              <a:buChar char="○"/>
              <a:defRPr sz="1600">
                <a:solidFill>
                  <a:schemeClr val="dk1"/>
                </a:solidFill>
                <a:latin typeface="Roboto"/>
                <a:ea typeface="Roboto"/>
                <a:cs typeface="Roboto"/>
                <a:sym typeface="Roboto"/>
              </a:defRPr>
            </a:lvl2pPr>
            <a:lvl3pPr marL="1371600" lvl="2" indent="-330200">
              <a:lnSpc>
                <a:spcPct val="115000"/>
              </a:lnSpc>
              <a:spcBef>
                <a:spcPts val="1600"/>
              </a:spcBef>
              <a:spcAft>
                <a:spcPts val="0"/>
              </a:spcAft>
              <a:buClr>
                <a:schemeClr val="dk1"/>
              </a:buClr>
              <a:buSzPts val="1600"/>
              <a:buFont typeface="Roboto"/>
              <a:buChar char="■"/>
              <a:defRPr sz="1600">
                <a:solidFill>
                  <a:schemeClr val="dk1"/>
                </a:solidFill>
                <a:latin typeface="Roboto"/>
                <a:ea typeface="Roboto"/>
                <a:cs typeface="Roboto"/>
                <a:sym typeface="Roboto"/>
              </a:defRPr>
            </a:lvl3pPr>
            <a:lvl4pPr marL="1828800" lvl="3" indent="-330200">
              <a:lnSpc>
                <a:spcPct val="115000"/>
              </a:lnSpc>
              <a:spcBef>
                <a:spcPts val="1600"/>
              </a:spcBef>
              <a:spcAft>
                <a:spcPts val="0"/>
              </a:spcAft>
              <a:buClr>
                <a:schemeClr val="dk1"/>
              </a:buClr>
              <a:buSzPts val="1600"/>
              <a:buFont typeface="Roboto"/>
              <a:buChar char="●"/>
              <a:defRPr sz="1600">
                <a:solidFill>
                  <a:schemeClr val="dk1"/>
                </a:solidFill>
                <a:latin typeface="Roboto"/>
                <a:ea typeface="Roboto"/>
                <a:cs typeface="Roboto"/>
                <a:sym typeface="Roboto"/>
              </a:defRPr>
            </a:lvl4pPr>
            <a:lvl5pPr marL="2286000" lvl="4" indent="-330200">
              <a:lnSpc>
                <a:spcPct val="115000"/>
              </a:lnSpc>
              <a:spcBef>
                <a:spcPts val="1600"/>
              </a:spcBef>
              <a:spcAft>
                <a:spcPts val="0"/>
              </a:spcAft>
              <a:buClr>
                <a:schemeClr val="dk1"/>
              </a:buClr>
              <a:buSzPts val="1600"/>
              <a:buFont typeface="Roboto"/>
              <a:buChar char="○"/>
              <a:defRPr sz="1600">
                <a:solidFill>
                  <a:schemeClr val="dk1"/>
                </a:solidFill>
                <a:latin typeface="Roboto"/>
                <a:ea typeface="Roboto"/>
                <a:cs typeface="Roboto"/>
                <a:sym typeface="Roboto"/>
              </a:defRPr>
            </a:lvl5pPr>
            <a:lvl6pPr marL="2743200" lvl="5" indent="-330200">
              <a:lnSpc>
                <a:spcPct val="115000"/>
              </a:lnSpc>
              <a:spcBef>
                <a:spcPts val="1600"/>
              </a:spcBef>
              <a:spcAft>
                <a:spcPts val="0"/>
              </a:spcAft>
              <a:buClr>
                <a:schemeClr val="dk1"/>
              </a:buClr>
              <a:buSzPts val="1600"/>
              <a:buFont typeface="Roboto"/>
              <a:buChar char="■"/>
              <a:defRPr sz="1600">
                <a:solidFill>
                  <a:schemeClr val="dk1"/>
                </a:solidFill>
                <a:latin typeface="Roboto"/>
                <a:ea typeface="Roboto"/>
                <a:cs typeface="Roboto"/>
                <a:sym typeface="Roboto"/>
              </a:defRPr>
            </a:lvl6pPr>
            <a:lvl7pPr marL="3200400" lvl="6" indent="-330200">
              <a:lnSpc>
                <a:spcPct val="115000"/>
              </a:lnSpc>
              <a:spcBef>
                <a:spcPts val="1600"/>
              </a:spcBef>
              <a:spcAft>
                <a:spcPts val="0"/>
              </a:spcAft>
              <a:buClr>
                <a:schemeClr val="dk1"/>
              </a:buClr>
              <a:buSzPts val="1600"/>
              <a:buFont typeface="Roboto"/>
              <a:buChar char="●"/>
              <a:defRPr sz="1600">
                <a:solidFill>
                  <a:schemeClr val="dk1"/>
                </a:solidFill>
                <a:latin typeface="Roboto"/>
                <a:ea typeface="Roboto"/>
                <a:cs typeface="Roboto"/>
                <a:sym typeface="Roboto"/>
              </a:defRPr>
            </a:lvl7pPr>
            <a:lvl8pPr marL="3657600" lvl="7" indent="-330200">
              <a:lnSpc>
                <a:spcPct val="115000"/>
              </a:lnSpc>
              <a:spcBef>
                <a:spcPts val="1600"/>
              </a:spcBef>
              <a:spcAft>
                <a:spcPts val="0"/>
              </a:spcAft>
              <a:buClr>
                <a:schemeClr val="dk1"/>
              </a:buClr>
              <a:buSzPts val="1600"/>
              <a:buFont typeface="Roboto"/>
              <a:buChar char="○"/>
              <a:defRPr sz="1600">
                <a:solidFill>
                  <a:schemeClr val="dk1"/>
                </a:solidFill>
                <a:latin typeface="Roboto"/>
                <a:ea typeface="Roboto"/>
                <a:cs typeface="Roboto"/>
                <a:sym typeface="Roboto"/>
              </a:defRPr>
            </a:lvl8pPr>
            <a:lvl9pPr marL="4114800" lvl="8" indent="-330200">
              <a:lnSpc>
                <a:spcPct val="115000"/>
              </a:lnSpc>
              <a:spcBef>
                <a:spcPts val="1600"/>
              </a:spcBef>
              <a:spcAft>
                <a:spcPts val="1600"/>
              </a:spcAft>
              <a:buClr>
                <a:schemeClr val="dk1"/>
              </a:buClr>
              <a:buSzPts val="1600"/>
              <a:buFont typeface="Roboto"/>
              <a:buChar char="■"/>
              <a:defRPr sz="1600">
                <a:solidFill>
                  <a:schemeClr val="dk1"/>
                </a:solidFill>
                <a:latin typeface="Roboto"/>
                <a:ea typeface="Roboto"/>
                <a:cs typeface="Roboto"/>
                <a:sym typeface="Roboto"/>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5.xml"/><Relationship Id="rId4" Type="http://schemas.openxmlformats.org/officeDocument/2006/relationships/image" Target="../media/image5.jpeg"/><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15.xml"/><Relationship Id="rId3" Type="http://schemas.openxmlformats.org/officeDocument/2006/relationships/image" Target="../media/image4.jpeg"/><Relationship Id="rId2" Type="http://schemas.openxmlformats.org/officeDocument/2006/relationships/image" Target="../media/image7.jpeg"/><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5.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854" name="Shape 1854"/>
        <p:cNvGrpSpPr/>
        <p:nvPr/>
      </p:nvGrpSpPr>
      <p:grpSpPr>
        <a:xfrm>
          <a:off x="0" y="0"/>
          <a:ext cx="0" cy="0"/>
          <a:chOff x="0" y="0"/>
          <a:chExt cx="0" cy="0"/>
        </a:xfrm>
      </p:grpSpPr>
      <p:sp>
        <p:nvSpPr>
          <p:cNvPr id="1855" name="Google Shape;1855;p24"/>
          <p:cNvSpPr txBox="1"/>
          <p:nvPr>
            <p:ph type="ctrTitle"/>
          </p:nvPr>
        </p:nvSpPr>
        <p:spPr>
          <a:xfrm>
            <a:off x="1009200" y="1893447"/>
            <a:ext cx="7125600" cy="1147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US">
                <a:solidFill>
                  <a:schemeClr val="dk2"/>
                </a:solidFill>
              </a:rPr>
              <a:t>PENGANTAR TEKNIK TELEKOMUNIKASI</a:t>
            </a:r>
            <a:endParaRPr lang="en-US">
              <a:solidFill>
                <a:schemeClr val="dk2"/>
              </a:solidFill>
            </a:endParaRPr>
          </a:p>
        </p:txBody>
      </p:sp>
      <p:sp>
        <p:nvSpPr>
          <p:cNvPr id="1856" name="Google Shape;1856;p24"/>
          <p:cNvSpPr txBox="1"/>
          <p:nvPr>
            <p:ph type="subTitle" idx="1"/>
          </p:nvPr>
        </p:nvSpPr>
        <p:spPr>
          <a:xfrm>
            <a:off x="1009835" y="3425456"/>
            <a:ext cx="7125600" cy="514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US">
                <a:solidFill>
                  <a:schemeClr val="dk1"/>
                </a:solidFill>
              </a:rPr>
              <a:t>Menganalisis jaringan di sekitar</a:t>
            </a:r>
            <a:endParaRPr lang="en-US">
              <a:solidFill>
                <a:schemeClr val="dk1"/>
              </a:solidFill>
            </a:endParaRPr>
          </a:p>
        </p:txBody>
      </p:sp>
      <p:grpSp>
        <p:nvGrpSpPr>
          <p:cNvPr id="1857" name="Google Shape;1857;p24"/>
          <p:cNvGrpSpPr/>
          <p:nvPr/>
        </p:nvGrpSpPr>
        <p:grpSpPr>
          <a:xfrm>
            <a:off x="-223784" y="-6"/>
            <a:ext cx="2284525" cy="985488"/>
            <a:chOff x="-223784" y="-6"/>
            <a:chExt cx="2284525" cy="985488"/>
          </a:xfrm>
        </p:grpSpPr>
        <p:sp>
          <p:nvSpPr>
            <p:cNvPr id="1858" name="Google Shape;1858;p24"/>
            <p:cNvSpPr/>
            <p:nvPr/>
          </p:nvSpPr>
          <p:spPr>
            <a:xfrm rot="5400000">
              <a:off x="751670" y="-653904"/>
              <a:ext cx="291159" cy="1770887"/>
            </a:xfrm>
            <a:custGeom>
              <a:avLst/>
              <a:gdLst/>
              <a:ahLst/>
              <a:cxnLst/>
              <a:rect l="l" t="t" r="r" b="b"/>
              <a:pathLst>
                <a:path w="3309" h="20126" fill="none" extrusionOk="0">
                  <a:moveTo>
                    <a:pt x="3309" y="20126"/>
                  </a:moveTo>
                  <a:lnTo>
                    <a:pt x="3309" y="10627"/>
                  </a:lnTo>
                  <a:lnTo>
                    <a:pt x="1" y="7293"/>
                  </a:lnTo>
                  <a:lnTo>
                    <a:pt x="1" y="0"/>
                  </a:lnTo>
                </a:path>
              </a:pathLst>
            </a:custGeom>
            <a:noFill/>
            <a:ln w="19050" cap="rnd"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59" name="Google Shape;1859;p24"/>
            <p:cNvSpPr/>
            <p:nvPr/>
          </p:nvSpPr>
          <p:spPr>
            <a:xfrm rot="5400000">
              <a:off x="294064" y="-86060"/>
              <a:ext cx="88" cy="564632"/>
            </a:xfrm>
            <a:custGeom>
              <a:avLst/>
              <a:gdLst/>
              <a:ahLst/>
              <a:cxnLst/>
              <a:rect l="l" t="t" r="r" b="b"/>
              <a:pathLst>
                <a:path w="1" h="6417" fill="none" extrusionOk="0">
                  <a:moveTo>
                    <a:pt x="1" y="6416"/>
                  </a:moveTo>
                  <a:lnTo>
                    <a:pt x="1" y="0"/>
                  </a:lnTo>
                </a:path>
              </a:pathLst>
            </a:custGeom>
            <a:noFill/>
            <a:ln w="19050" cap="rnd"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0" name="Google Shape;1860;p24"/>
            <p:cNvSpPr/>
            <p:nvPr/>
          </p:nvSpPr>
          <p:spPr>
            <a:xfrm rot="5400000">
              <a:off x="575332" y="113545"/>
              <a:ext cx="167709" cy="165509"/>
            </a:xfrm>
            <a:custGeom>
              <a:avLst/>
              <a:gdLst/>
              <a:ahLst/>
              <a:cxnLst/>
              <a:rect l="l" t="t" r="r" b="b"/>
              <a:pathLst>
                <a:path w="1906" h="1881" extrusionOk="0">
                  <a:moveTo>
                    <a:pt x="953" y="1"/>
                  </a:moveTo>
                  <a:cubicBezTo>
                    <a:pt x="426" y="1"/>
                    <a:pt x="0" y="402"/>
                    <a:pt x="0" y="928"/>
                  </a:cubicBezTo>
                  <a:cubicBezTo>
                    <a:pt x="0" y="1455"/>
                    <a:pt x="426" y="1881"/>
                    <a:pt x="953" y="1881"/>
                  </a:cubicBezTo>
                  <a:cubicBezTo>
                    <a:pt x="1479" y="1881"/>
                    <a:pt x="1905" y="1455"/>
                    <a:pt x="1905" y="928"/>
                  </a:cubicBezTo>
                  <a:cubicBezTo>
                    <a:pt x="1905" y="402"/>
                    <a:pt x="1479" y="1"/>
                    <a:pt x="953" y="1"/>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1" name="Google Shape;1861;p24"/>
            <p:cNvSpPr/>
            <p:nvPr/>
          </p:nvSpPr>
          <p:spPr>
            <a:xfrm rot="5400000">
              <a:off x="873382" y="-351369"/>
              <a:ext cx="147899" cy="1895787"/>
            </a:xfrm>
            <a:custGeom>
              <a:avLst/>
              <a:gdLst/>
              <a:ahLst/>
              <a:cxnLst/>
              <a:rect l="l" t="t" r="r" b="b"/>
              <a:pathLst>
                <a:path w="1681" h="21405" fill="none" extrusionOk="0">
                  <a:moveTo>
                    <a:pt x="1" y="21405"/>
                  </a:moveTo>
                  <a:lnTo>
                    <a:pt x="1" y="5114"/>
                  </a:lnTo>
                  <a:lnTo>
                    <a:pt x="1680" y="3434"/>
                  </a:lnTo>
                  <a:lnTo>
                    <a:pt x="1680" y="1"/>
                  </a:lnTo>
                </a:path>
              </a:pathLst>
            </a:custGeom>
            <a:noFill/>
            <a:ln w="9525" cap="rnd" cmpd="sng">
              <a:solidFill>
                <a:schemeClr val="dk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2" name="Google Shape;1862;p24"/>
            <p:cNvSpPr/>
            <p:nvPr/>
          </p:nvSpPr>
          <p:spPr>
            <a:xfrm rot="5400000">
              <a:off x="551408" y="-235203"/>
              <a:ext cx="361727" cy="1912111"/>
            </a:xfrm>
            <a:custGeom>
              <a:avLst/>
              <a:gdLst/>
              <a:ahLst/>
              <a:cxnLst/>
              <a:rect l="l" t="t" r="r" b="b"/>
              <a:pathLst>
                <a:path w="4111" h="21731" fill="none" extrusionOk="0">
                  <a:moveTo>
                    <a:pt x="0" y="21730"/>
                  </a:moveTo>
                  <a:lnTo>
                    <a:pt x="0" y="14562"/>
                  </a:lnTo>
                  <a:lnTo>
                    <a:pt x="4110" y="10427"/>
                  </a:lnTo>
                  <a:lnTo>
                    <a:pt x="4110" y="1"/>
                  </a:lnTo>
                </a:path>
              </a:pathLst>
            </a:custGeom>
            <a:noFill/>
            <a:ln w="19050" cap="rnd"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3" name="Google Shape;1863;p24"/>
            <p:cNvSpPr/>
            <p:nvPr/>
          </p:nvSpPr>
          <p:spPr>
            <a:xfrm rot="5400000">
              <a:off x="1689436" y="818961"/>
              <a:ext cx="165421" cy="167621"/>
            </a:xfrm>
            <a:custGeom>
              <a:avLst/>
              <a:gdLst/>
              <a:ahLst/>
              <a:cxnLst/>
              <a:rect l="l" t="t" r="r" b="b"/>
              <a:pathLst>
                <a:path w="1880" h="1905" extrusionOk="0">
                  <a:moveTo>
                    <a:pt x="927" y="0"/>
                  </a:moveTo>
                  <a:cubicBezTo>
                    <a:pt x="401" y="0"/>
                    <a:pt x="0" y="426"/>
                    <a:pt x="0" y="952"/>
                  </a:cubicBezTo>
                  <a:cubicBezTo>
                    <a:pt x="0" y="1479"/>
                    <a:pt x="401" y="1905"/>
                    <a:pt x="927" y="1905"/>
                  </a:cubicBezTo>
                  <a:cubicBezTo>
                    <a:pt x="1454" y="1905"/>
                    <a:pt x="1880" y="1479"/>
                    <a:pt x="1880" y="952"/>
                  </a:cubicBezTo>
                  <a:cubicBezTo>
                    <a:pt x="1880" y="426"/>
                    <a:pt x="1454" y="0"/>
                    <a:pt x="927" y="0"/>
                  </a:cubicBezTo>
                  <a:close/>
                </a:path>
              </a:pathLst>
            </a:cu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4" name="Google Shape;1864;p24"/>
            <p:cNvSpPr/>
            <p:nvPr/>
          </p:nvSpPr>
          <p:spPr>
            <a:xfrm rot="5400000">
              <a:off x="1894132" y="585435"/>
              <a:ext cx="167709" cy="165509"/>
            </a:xfrm>
            <a:custGeom>
              <a:avLst/>
              <a:gdLst/>
              <a:ahLst/>
              <a:cxnLst/>
              <a:rect l="l" t="t" r="r" b="b"/>
              <a:pathLst>
                <a:path w="1906" h="1881" extrusionOk="0">
                  <a:moveTo>
                    <a:pt x="953" y="0"/>
                  </a:moveTo>
                  <a:cubicBezTo>
                    <a:pt x="427" y="0"/>
                    <a:pt x="1" y="426"/>
                    <a:pt x="1" y="928"/>
                  </a:cubicBezTo>
                  <a:cubicBezTo>
                    <a:pt x="1" y="1454"/>
                    <a:pt x="427" y="1880"/>
                    <a:pt x="953" y="1880"/>
                  </a:cubicBezTo>
                  <a:cubicBezTo>
                    <a:pt x="1479" y="1880"/>
                    <a:pt x="1905" y="1454"/>
                    <a:pt x="1905" y="928"/>
                  </a:cubicBezTo>
                  <a:cubicBezTo>
                    <a:pt x="1905" y="426"/>
                    <a:pt x="1479" y="0"/>
                    <a:pt x="95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5" name="Google Shape;1865;p24"/>
            <p:cNvSpPr/>
            <p:nvPr/>
          </p:nvSpPr>
          <p:spPr>
            <a:xfrm rot="5400000">
              <a:off x="1782751" y="-50"/>
              <a:ext cx="167621" cy="167709"/>
            </a:xfrm>
            <a:custGeom>
              <a:avLst/>
              <a:gdLst/>
              <a:ahLst/>
              <a:cxnLst/>
              <a:rect l="l" t="t" r="r" b="b"/>
              <a:pathLst>
                <a:path w="1905" h="1906" extrusionOk="0">
                  <a:moveTo>
                    <a:pt x="952" y="1"/>
                  </a:moveTo>
                  <a:cubicBezTo>
                    <a:pt x="426" y="1"/>
                    <a:pt x="0" y="427"/>
                    <a:pt x="0" y="953"/>
                  </a:cubicBezTo>
                  <a:cubicBezTo>
                    <a:pt x="0" y="1480"/>
                    <a:pt x="426" y="1906"/>
                    <a:pt x="952" y="1906"/>
                  </a:cubicBezTo>
                  <a:cubicBezTo>
                    <a:pt x="1479" y="1906"/>
                    <a:pt x="1905" y="1480"/>
                    <a:pt x="1905" y="953"/>
                  </a:cubicBezTo>
                  <a:cubicBezTo>
                    <a:pt x="1905" y="427"/>
                    <a:pt x="1479" y="1"/>
                    <a:pt x="95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grpSp>
        <p:nvGrpSpPr>
          <p:cNvPr id="1866" name="Google Shape;1866;p24"/>
          <p:cNvGrpSpPr/>
          <p:nvPr/>
        </p:nvGrpSpPr>
        <p:grpSpPr>
          <a:xfrm>
            <a:off x="5876365" y="118125"/>
            <a:ext cx="3316597" cy="2830576"/>
            <a:chOff x="5876365" y="118125"/>
            <a:chExt cx="3316597" cy="2830576"/>
          </a:xfrm>
        </p:grpSpPr>
        <p:sp>
          <p:nvSpPr>
            <p:cNvPr id="1867" name="Google Shape;1867;p24"/>
            <p:cNvSpPr/>
            <p:nvPr/>
          </p:nvSpPr>
          <p:spPr>
            <a:xfrm rot="10800000">
              <a:off x="9025253" y="996438"/>
              <a:ext cx="167709" cy="165509"/>
            </a:xfrm>
            <a:custGeom>
              <a:avLst/>
              <a:gdLst/>
              <a:ahLst/>
              <a:cxnLst/>
              <a:rect l="l" t="t" r="r" b="b"/>
              <a:pathLst>
                <a:path w="1906" h="1881" extrusionOk="0">
                  <a:moveTo>
                    <a:pt x="953" y="1"/>
                  </a:moveTo>
                  <a:cubicBezTo>
                    <a:pt x="426" y="1"/>
                    <a:pt x="0" y="402"/>
                    <a:pt x="0" y="928"/>
                  </a:cubicBezTo>
                  <a:cubicBezTo>
                    <a:pt x="0" y="1455"/>
                    <a:pt x="426" y="1881"/>
                    <a:pt x="953" y="1881"/>
                  </a:cubicBezTo>
                  <a:cubicBezTo>
                    <a:pt x="1479" y="1881"/>
                    <a:pt x="1905" y="1455"/>
                    <a:pt x="1905" y="928"/>
                  </a:cubicBezTo>
                  <a:cubicBezTo>
                    <a:pt x="1905" y="402"/>
                    <a:pt x="1479" y="1"/>
                    <a:pt x="95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8" name="Google Shape;1868;p24"/>
            <p:cNvSpPr/>
            <p:nvPr/>
          </p:nvSpPr>
          <p:spPr>
            <a:xfrm>
              <a:off x="6008817" y="118125"/>
              <a:ext cx="3134824" cy="182018"/>
            </a:xfrm>
            <a:custGeom>
              <a:avLst/>
              <a:gdLst/>
              <a:ahLst/>
              <a:cxnLst/>
              <a:rect l="l" t="t" r="r" b="b"/>
              <a:pathLst>
                <a:path w="25490" h="1480" fill="none" extrusionOk="0">
                  <a:moveTo>
                    <a:pt x="1" y="1479"/>
                  </a:moveTo>
                  <a:lnTo>
                    <a:pt x="13710" y="1479"/>
                  </a:lnTo>
                  <a:lnTo>
                    <a:pt x="15164" y="0"/>
                  </a:lnTo>
                  <a:lnTo>
                    <a:pt x="25490" y="0"/>
                  </a:lnTo>
                </a:path>
              </a:pathLst>
            </a:custGeom>
            <a:noFill/>
            <a:ln w="9525" cap="rnd" cmpd="sng">
              <a:solidFill>
                <a:srgbClr val="00F4A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69" name="Google Shape;1869;p24"/>
            <p:cNvSpPr/>
            <p:nvPr/>
          </p:nvSpPr>
          <p:spPr>
            <a:xfrm>
              <a:off x="5876365" y="182815"/>
              <a:ext cx="234282" cy="234409"/>
            </a:xfrm>
            <a:custGeom>
              <a:avLst/>
              <a:gdLst/>
              <a:ahLst/>
              <a:cxnLst/>
              <a:rect l="l" t="t" r="r" b="b"/>
              <a:pathLst>
                <a:path w="1905" h="1906" extrusionOk="0">
                  <a:moveTo>
                    <a:pt x="953" y="1"/>
                  </a:moveTo>
                  <a:cubicBezTo>
                    <a:pt x="426" y="1"/>
                    <a:pt x="0" y="427"/>
                    <a:pt x="0" y="953"/>
                  </a:cubicBezTo>
                  <a:cubicBezTo>
                    <a:pt x="0" y="1479"/>
                    <a:pt x="426" y="1905"/>
                    <a:pt x="953" y="1905"/>
                  </a:cubicBezTo>
                  <a:cubicBezTo>
                    <a:pt x="1479" y="1905"/>
                    <a:pt x="1905" y="1479"/>
                    <a:pt x="1905" y="953"/>
                  </a:cubicBezTo>
                  <a:cubicBezTo>
                    <a:pt x="1905" y="427"/>
                    <a:pt x="1479" y="1"/>
                    <a:pt x="953" y="1"/>
                  </a:cubicBezTo>
                  <a:close/>
                </a:path>
              </a:pathLst>
            </a:custGeom>
            <a:solidFill>
              <a:srgbClr val="00F4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0" name="Google Shape;1870;p24"/>
            <p:cNvSpPr/>
            <p:nvPr/>
          </p:nvSpPr>
          <p:spPr>
            <a:xfrm rot="10800000">
              <a:off x="9109108" y="515661"/>
              <a:ext cx="88" cy="564632"/>
            </a:xfrm>
            <a:custGeom>
              <a:avLst/>
              <a:gdLst/>
              <a:ahLst/>
              <a:cxnLst/>
              <a:rect l="l" t="t" r="r" b="b"/>
              <a:pathLst>
                <a:path w="1" h="6417" fill="none" extrusionOk="0">
                  <a:moveTo>
                    <a:pt x="1" y="6416"/>
                  </a:moveTo>
                  <a:lnTo>
                    <a:pt x="1" y="0"/>
                  </a:lnTo>
                </a:path>
              </a:pathLst>
            </a:custGeom>
            <a:noFill/>
            <a:ln w="19050" cap="rnd" cmpd="sng">
              <a:solidFill>
                <a:schemeClr val="accent1"/>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1" name="Google Shape;1871;p24"/>
            <p:cNvSpPr/>
            <p:nvPr/>
          </p:nvSpPr>
          <p:spPr>
            <a:xfrm rot="10800000">
              <a:off x="8441048" y="515657"/>
              <a:ext cx="361727" cy="2369168"/>
            </a:xfrm>
            <a:custGeom>
              <a:avLst/>
              <a:gdLst/>
              <a:ahLst/>
              <a:cxnLst/>
              <a:rect l="l" t="t" r="r" b="b"/>
              <a:pathLst>
                <a:path w="4111" h="21731" fill="none" extrusionOk="0">
                  <a:moveTo>
                    <a:pt x="0" y="21730"/>
                  </a:moveTo>
                  <a:lnTo>
                    <a:pt x="0" y="14562"/>
                  </a:lnTo>
                  <a:lnTo>
                    <a:pt x="4110" y="10427"/>
                  </a:lnTo>
                  <a:lnTo>
                    <a:pt x="4110" y="1"/>
                  </a:lnTo>
                </a:path>
              </a:pathLst>
            </a:custGeom>
            <a:noFill/>
            <a:ln w="9525" cap="rnd" cmpd="sng">
              <a:solidFill>
                <a:schemeClr val="dk2"/>
              </a:solidFill>
              <a:prstDash val="solid"/>
              <a:miter lim="250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872" name="Google Shape;1872;p24"/>
            <p:cNvSpPr/>
            <p:nvPr/>
          </p:nvSpPr>
          <p:spPr>
            <a:xfrm rot="10800000">
              <a:off x="8357275" y="2781081"/>
              <a:ext cx="165421" cy="167621"/>
            </a:xfrm>
            <a:custGeom>
              <a:avLst/>
              <a:gdLst/>
              <a:ahLst/>
              <a:cxnLst/>
              <a:rect l="l" t="t" r="r" b="b"/>
              <a:pathLst>
                <a:path w="1880" h="1905" extrusionOk="0">
                  <a:moveTo>
                    <a:pt x="927" y="0"/>
                  </a:moveTo>
                  <a:cubicBezTo>
                    <a:pt x="401" y="0"/>
                    <a:pt x="0" y="426"/>
                    <a:pt x="0" y="952"/>
                  </a:cubicBezTo>
                  <a:cubicBezTo>
                    <a:pt x="0" y="1479"/>
                    <a:pt x="401" y="1905"/>
                    <a:pt x="927" y="1905"/>
                  </a:cubicBezTo>
                  <a:cubicBezTo>
                    <a:pt x="1454" y="1905"/>
                    <a:pt x="1880" y="1479"/>
                    <a:pt x="1880" y="952"/>
                  </a:cubicBezTo>
                  <a:cubicBezTo>
                    <a:pt x="1880" y="426"/>
                    <a:pt x="1454" y="0"/>
                    <a:pt x="92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876" name="Shape 1876"/>
        <p:cNvGrpSpPr/>
        <p:nvPr/>
      </p:nvGrpSpPr>
      <p:grpSpPr>
        <a:xfrm>
          <a:off x="0" y="0"/>
          <a:ext cx="0" cy="0"/>
          <a:chOff x="0" y="0"/>
          <a:chExt cx="0" cy="0"/>
        </a:xfrm>
      </p:grpSpPr>
      <p:sp>
        <p:nvSpPr>
          <p:cNvPr id="1877" name="Google Shape;1877;p25"/>
          <p:cNvSpPr txBox="1"/>
          <p:nvPr>
            <p:ph type="title"/>
          </p:nvPr>
        </p:nvSpPr>
        <p:spPr>
          <a:xfrm>
            <a:off x="720000" y="439015"/>
            <a:ext cx="7704000" cy="4884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US">
                <a:latin typeface="Bebas Neue" panose="020B0606020202050201"/>
                <a:ea typeface="Bebas Neue" panose="020B0606020202050201"/>
                <a:cs typeface="Bebas Neue" panose="020B0606020202050201"/>
                <a:sym typeface="Bebas Neue" panose="020B0606020202050201"/>
              </a:rPr>
              <a:t>Members</a:t>
            </a:r>
            <a:endParaRPr lang="en-US">
              <a:latin typeface="Bebas Neue" panose="020B0606020202050201"/>
              <a:ea typeface="Bebas Neue" panose="020B0606020202050201"/>
              <a:cs typeface="Bebas Neue" panose="020B0606020202050201"/>
              <a:sym typeface="Bebas Neue" panose="020B0606020202050201"/>
            </a:endParaRPr>
          </a:p>
        </p:txBody>
      </p:sp>
      <p:sp>
        <p:nvSpPr>
          <p:cNvPr id="1878" name="Google Shape;1878;p25"/>
          <p:cNvSpPr txBox="1"/>
          <p:nvPr>
            <p:ph type="body" idx="1"/>
          </p:nvPr>
        </p:nvSpPr>
        <p:spPr>
          <a:xfrm>
            <a:off x="720000" y="1242425"/>
            <a:ext cx="7704000" cy="3326700"/>
          </a:xfrm>
          <a:prstGeom prst="rect">
            <a:avLst/>
          </a:prstGeom>
        </p:spPr>
        <p:txBody>
          <a:bodyPr spcFirstLastPara="1" wrap="square" lIns="0" tIns="0" rIns="0" bIns="0" anchor="t" anchorCtr="0">
            <a:noAutofit/>
          </a:bodyPr>
          <a:lstStyle/>
          <a:p>
            <a:pPr marL="342900" lvl="0" indent="-342900" algn="l" rtl="0">
              <a:spcBef>
                <a:spcPts val="0"/>
              </a:spcBef>
              <a:spcAft>
                <a:spcPts val="0"/>
              </a:spcAft>
            </a:pPr>
            <a:r>
              <a:rPr lang="en-US" sz="2400">
                <a:sym typeface="+mn-ea"/>
              </a:rPr>
              <a:t>Adjie Budi Negoro</a:t>
            </a:r>
            <a:endParaRPr lang="en-US" sz="2400"/>
          </a:p>
          <a:p>
            <a:pPr marL="342900" lvl="0" indent="-342900" algn="l" rtl="0">
              <a:spcBef>
                <a:spcPts val="0"/>
              </a:spcBef>
              <a:spcAft>
                <a:spcPts val="0"/>
              </a:spcAft>
            </a:pPr>
            <a:r>
              <a:rPr lang="en-US" sz="2400">
                <a:sym typeface="+mn-ea"/>
              </a:rPr>
              <a:t>Bintang Thandika Pradana</a:t>
            </a:r>
            <a:endParaRPr lang="en-US" sz="2400"/>
          </a:p>
          <a:p>
            <a:pPr marL="342900" lvl="0" indent="-342900" algn="l" rtl="0">
              <a:spcBef>
                <a:spcPts val="0"/>
              </a:spcBef>
              <a:spcAft>
                <a:spcPts val="0"/>
              </a:spcAft>
            </a:pPr>
            <a:r>
              <a:rPr lang="en-US" sz="2400">
                <a:sym typeface="+mn-ea"/>
              </a:rPr>
              <a:t>Muhammad Fikri</a:t>
            </a:r>
            <a:endParaRPr lang="en-US" sz="2400"/>
          </a:p>
          <a:p>
            <a:pPr marL="342900" lvl="0" indent="-342900" algn="l" rtl="0">
              <a:spcBef>
                <a:spcPts val="0"/>
              </a:spcBef>
              <a:spcAft>
                <a:spcPts val="0"/>
              </a:spcAft>
            </a:pPr>
            <a:r>
              <a:rPr lang="en-US" sz="2400">
                <a:sym typeface="+mn-ea"/>
              </a:rPr>
              <a:t>Muhammad Septian Pratama</a:t>
            </a:r>
            <a:endParaRPr lang="en-US" sz="2400"/>
          </a:p>
          <a:p>
            <a:pPr marL="342900" lvl="0" indent="-342900" algn="l" rtl="0">
              <a:spcBef>
                <a:spcPts val="0"/>
              </a:spcBef>
              <a:spcAft>
                <a:spcPts val="0"/>
              </a:spcAft>
            </a:pPr>
            <a:r>
              <a:rPr lang="en-US" sz="2400">
                <a:sym typeface="+mn-ea"/>
              </a:rPr>
              <a:t>Thalia Putri</a:t>
            </a:r>
            <a:endParaRPr lang="en-US" sz="2400"/>
          </a:p>
          <a:p>
            <a:pPr marL="171450" lvl="0" indent="-171450" algn="l" rtl="0">
              <a:spcBef>
                <a:spcPts val="0"/>
              </a:spcBef>
              <a:spcAft>
                <a:spcPts val="0"/>
              </a:spcAft>
              <a:buNone/>
            </a:pPr>
            <a:endParaRPr lang="en-US"/>
          </a:p>
          <a:p>
            <a:pPr marL="0" lvl="0" indent="0" algn="l" rtl="0">
              <a:spcBef>
                <a:spcPts val="0"/>
              </a:spcBef>
              <a:spcAft>
                <a:spcPts val="0"/>
              </a:spcAft>
              <a:buNone/>
            </a:pPr>
            <a:endParaRPr lang="en-US">
              <a:latin typeface="Roboto"/>
              <a:ea typeface="Roboto"/>
              <a:cs typeface="Roboto"/>
              <a:sym typeface="Roboto"/>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0">
        <p159:morph option="byObject"/>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158" name="Shape 2158"/>
        <p:cNvGrpSpPr/>
        <p:nvPr/>
      </p:nvGrpSpPr>
      <p:grpSpPr>
        <a:xfrm>
          <a:off x="0" y="0"/>
          <a:ext cx="0" cy="0"/>
          <a:chOff x="0" y="0"/>
          <a:chExt cx="0" cy="0"/>
        </a:xfrm>
      </p:grpSpPr>
      <p:sp>
        <p:nvSpPr>
          <p:cNvPr id="2159" name="Google Shape;2159;p36"/>
          <p:cNvSpPr txBox="1"/>
          <p:nvPr>
            <p:ph type="title"/>
          </p:nvPr>
        </p:nvSpPr>
        <p:spPr>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US">
                <a:sym typeface="+mn-ea"/>
              </a:rPr>
              <a:t>RSRP (Reference Signal Received Power)</a:t>
            </a:r>
            <a:br>
              <a:rPr lang="en-US"/>
            </a:br>
            <a:endParaRPr>
              <a:solidFill>
                <a:schemeClr val="accent1"/>
              </a:solidFill>
            </a:endParaRPr>
          </a:p>
        </p:txBody>
      </p:sp>
      <p:sp>
        <p:nvSpPr>
          <p:cNvPr id="3" name="Text Placeholder 2"/>
          <p:cNvSpPr/>
          <p:nvPr>
            <p:ph type="body" idx="1"/>
          </p:nvPr>
        </p:nvSpPr>
        <p:spPr/>
        <p:txBody>
          <a:bodyPr/>
          <a:p>
            <a:r>
              <a:rPr lang="en-US" sz="1800">
                <a:sym typeface="+mn-ea"/>
              </a:rPr>
              <a:t>RSRP merupakan sinyal LTE power yang diterima oleh user dalam besar frekuensi tertentu. Semakin jauh jarak antara site dan user, maka semakin kecil pula RSRP yang diterima oleh user, dan sebaliknya. RS adalah Reference Signal yang berarti RSRP di tiap titik jangkauan coverage area. Jika user berada di luar area jangkauan, maka tidak akan mendapatkan layanan LTE.</a:t>
            </a:r>
            <a:endParaRPr lang="en-US" sz="1800"/>
          </a:p>
          <a:p>
            <a:pPr marL="127000" indent="0">
              <a:buNone/>
            </a:pPr>
            <a:endParaRPr lang="en-US" sz="1800"/>
          </a:p>
        </p:txBody>
      </p:sp>
      <p:graphicFrame>
        <p:nvGraphicFramePr>
          <p:cNvPr id="2" name="Table 1"/>
          <p:cNvGraphicFramePr/>
          <p:nvPr/>
        </p:nvGraphicFramePr>
        <p:xfrm>
          <a:off x="1165225" y="2740660"/>
          <a:ext cx="7146290" cy="1828800"/>
        </p:xfrm>
        <a:graphic>
          <a:graphicData uri="http://schemas.openxmlformats.org/drawingml/2006/table">
            <a:tbl>
              <a:tblPr bandRow="1">
                <a:tableStyleId>{E929F9F4-4A8F-4326-A1B4-22849713DDAB}</a:tableStyleId>
              </a:tblPr>
              <a:tblGrid>
                <a:gridCol w="3573145"/>
                <a:gridCol w="3573145"/>
              </a:tblGrid>
              <a:tr h="304800">
                <a:tc>
                  <a:txBody>
                    <a:bodyPr/>
                    <a:p>
                      <a:pPr algn="ctr">
                        <a:buNone/>
                      </a:pPr>
                      <a:r>
                        <a:rPr lang="en-US" b="1"/>
                        <a:t>Kualitas</a:t>
                      </a:r>
                      <a:endParaRPr lang="en-US" b="1"/>
                    </a:p>
                  </a:txBody>
                  <a:tcPr/>
                </a:tc>
                <a:tc>
                  <a:txBody>
                    <a:bodyPr/>
                    <a:p>
                      <a:pPr algn="ctr">
                        <a:buNone/>
                      </a:pPr>
                      <a:r>
                        <a:rPr lang="en-US" b="1"/>
                        <a:t>Range Nilai</a:t>
                      </a:r>
                      <a:endParaRPr lang="en-US" b="1"/>
                    </a:p>
                  </a:txBody>
                  <a:tcPr/>
                </a:tc>
              </a:tr>
              <a:tr h="304800">
                <a:tc>
                  <a:txBody>
                    <a:bodyPr/>
                    <a:p>
                      <a:pPr algn="ctr">
                        <a:buNone/>
                      </a:pPr>
                      <a:r>
                        <a:rPr lang="en-US"/>
                        <a:t>Sangat Baik</a:t>
                      </a:r>
                      <a:endParaRPr lang="en-US"/>
                    </a:p>
                  </a:txBody>
                  <a:tcPr>
                    <a:solidFill>
                      <a:schemeClr val="tx1"/>
                    </a:solidFill>
                  </a:tcPr>
                </a:tc>
                <a:tc>
                  <a:txBody>
                    <a:bodyPr/>
                    <a:p>
                      <a:pPr algn="ctr">
                        <a:buNone/>
                      </a:pPr>
                      <a:r>
                        <a:rPr lang="en-US"/>
                        <a:t>-80</a:t>
                      </a:r>
                      <a:endParaRPr lang="en-US"/>
                    </a:p>
                  </a:txBody>
                  <a:tcPr>
                    <a:solidFill>
                      <a:schemeClr val="tx1"/>
                    </a:solidFill>
                  </a:tcPr>
                </a:tc>
              </a:tr>
              <a:tr h="304800">
                <a:tc>
                  <a:txBody>
                    <a:bodyPr/>
                    <a:p>
                      <a:pPr algn="ctr">
                        <a:buNone/>
                      </a:pPr>
                      <a:r>
                        <a:rPr lang="en-US"/>
                        <a:t>Bagus</a:t>
                      </a:r>
                      <a:endParaRPr lang="en-US"/>
                    </a:p>
                  </a:txBody>
                  <a:tcPr>
                    <a:solidFill>
                      <a:schemeClr val="tx1"/>
                    </a:solidFill>
                  </a:tcPr>
                </a:tc>
                <a:tc>
                  <a:txBody>
                    <a:bodyPr/>
                    <a:p>
                      <a:pPr algn="ctr">
                        <a:buNone/>
                      </a:pPr>
                      <a:r>
                        <a:rPr lang="en-US" sz="1400">
                          <a:effectLst/>
                          <a:sym typeface="+mn-ea"/>
                        </a:rPr>
                        <a:t>≤ -90, &lt; -80</a:t>
                      </a:r>
                      <a:endParaRPr lang="en-US"/>
                    </a:p>
                  </a:txBody>
                  <a:tcPr>
                    <a:solidFill>
                      <a:schemeClr val="tx1"/>
                    </a:solidFill>
                  </a:tcPr>
                </a:tc>
              </a:tr>
              <a:tr h="304800">
                <a:tc>
                  <a:txBody>
                    <a:bodyPr/>
                    <a:p>
                      <a:pPr algn="ctr">
                        <a:buNone/>
                      </a:pPr>
                      <a:r>
                        <a:rPr lang="en-US"/>
                        <a:t>Normal</a:t>
                      </a:r>
                      <a:endParaRPr lang="en-US"/>
                    </a:p>
                  </a:txBody>
                  <a:tcPr>
                    <a:solidFill>
                      <a:schemeClr val="tx1"/>
                    </a:solidFill>
                  </a:tcPr>
                </a:tc>
                <a:tc>
                  <a:txBody>
                    <a:bodyPr/>
                    <a:p>
                      <a:pPr algn="ctr">
                        <a:buNone/>
                      </a:pPr>
                      <a:r>
                        <a:rPr lang="en-US" sz="1400">
                          <a:effectLst/>
                          <a:sym typeface="+mn-ea"/>
                        </a:rPr>
                        <a:t>≤ -100, &lt; -90</a:t>
                      </a:r>
                      <a:endParaRPr lang="en-US"/>
                    </a:p>
                  </a:txBody>
                  <a:tcPr>
                    <a:solidFill>
                      <a:schemeClr val="tx1"/>
                    </a:solidFill>
                  </a:tcPr>
                </a:tc>
              </a:tr>
              <a:tr h="304800">
                <a:tc>
                  <a:txBody>
                    <a:bodyPr/>
                    <a:p>
                      <a:pPr algn="ctr">
                        <a:buNone/>
                      </a:pPr>
                      <a:r>
                        <a:rPr lang="en-US"/>
                        <a:t>Buruk</a:t>
                      </a:r>
                      <a:endParaRPr lang="en-US"/>
                    </a:p>
                  </a:txBody>
                  <a:tcPr>
                    <a:solidFill>
                      <a:schemeClr val="tx1"/>
                    </a:solidFill>
                  </a:tcPr>
                </a:tc>
                <a:tc>
                  <a:txBody>
                    <a:bodyPr/>
                    <a:p>
                      <a:pPr algn="ctr">
                        <a:buNone/>
                      </a:pPr>
                      <a:r>
                        <a:rPr lang="en-US" sz="1400">
                          <a:effectLst/>
                          <a:sym typeface="+mn-ea"/>
                        </a:rPr>
                        <a:t>≤ -120, &lt; -100</a:t>
                      </a:r>
                      <a:endParaRPr lang="en-US"/>
                    </a:p>
                  </a:txBody>
                  <a:tcPr>
                    <a:solidFill>
                      <a:schemeClr val="tx1"/>
                    </a:solidFill>
                  </a:tcPr>
                </a:tc>
              </a:tr>
              <a:tr h="304800">
                <a:tc>
                  <a:txBody>
                    <a:bodyPr/>
                    <a:p>
                      <a:pPr algn="ctr">
                        <a:buNone/>
                      </a:pPr>
                      <a:r>
                        <a:rPr lang="en-US"/>
                        <a:t>Sangat Buruk</a:t>
                      </a:r>
                      <a:endParaRPr lang="en-US"/>
                    </a:p>
                  </a:txBody>
                  <a:tcPr>
                    <a:solidFill>
                      <a:schemeClr val="tx1"/>
                    </a:solidFill>
                  </a:tcPr>
                </a:tc>
                <a:tc>
                  <a:txBody>
                    <a:bodyPr/>
                    <a:p>
                      <a:pPr algn="ctr">
                        <a:buNone/>
                      </a:pPr>
                      <a:r>
                        <a:rPr lang="en-US" sz="1400" dirty="0">
                          <a:effectLst/>
                          <a:sym typeface="+mn-ea"/>
                        </a:rPr>
                        <a:t>&lt; -120</a:t>
                      </a:r>
                      <a:endParaRPr lang="en-US"/>
                    </a:p>
                  </a:txBody>
                  <a:tcPr>
                    <a:solidFill>
                      <a:schemeClr val="tx1"/>
                    </a:solidFill>
                  </a:tcPr>
                </a:tc>
              </a:tr>
            </a:tbl>
          </a:graphicData>
        </a:graphic>
      </p:graphicFrame>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435" name="Shape 2435"/>
        <p:cNvGrpSpPr/>
        <p:nvPr/>
      </p:nvGrpSpPr>
      <p:grpSpPr>
        <a:xfrm>
          <a:off x="0" y="0"/>
          <a:ext cx="0" cy="0"/>
          <a:chOff x="0" y="0"/>
          <a:chExt cx="0" cy="0"/>
        </a:xfrm>
      </p:grpSpPr>
      <p:sp>
        <p:nvSpPr>
          <p:cNvPr id="2436" name="Google Shape;2436;p44"/>
          <p:cNvSpPr txBox="1"/>
          <p:nvPr>
            <p:ph type="title"/>
          </p:nvPr>
        </p:nvSpPr>
        <p:spPr>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US">
                <a:sym typeface="+mn-ea"/>
              </a:rPr>
              <a:t>RSRQ (Reference Signal Received Quality)</a:t>
            </a:r>
            <a:endParaRPr lang="en-GB"/>
          </a:p>
        </p:txBody>
      </p:sp>
      <p:sp>
        <p:nvSpPr>
          <p:cNvPr id="2" name="Text Placeholder 1"/>
          <p:cNvSpPr/>
          <p:nvPr>
            <p:ph type="body" idx="1"/>
          </p:nvPr>
        </p:nvSpPr>
        <p:spPr/>
        <p:txBody>
          <a:bodyPr/>
          <a:p>
            <a:r>
              <a:rPr lang="en-US" sz="1800">
                <a:sym typeface="+mn-ea"/>
              </a:rPr>
              <a:t>RSRQ merupakan besar kualitas sinyal yang diterima oleh user. Besar RSRQ dinyatakan dalam satuan dB. Hubungan antara RSRP dan RSRQ adalah berbanding lurus, sehingga semakin besar nilai RSRP maka semakin besar pula nilai RSRQ dan sebaliknya</a:t>
            </a:r>
            <a:r>
              <a:rPr lang="en-US">
                <a:sym typeface="+mn-ea"/>
              </a:rPr>
              <a:t>.</a:t>
            </a:r>
            <a:endParaRPr lang="en-US"/>
          </a:p>
          <a:p>
            <a:endParaRPr lang="en-US"/>
          </a:p>
        </p:txBody>
      </p:sp>
      <p:graphicFrame>
        <p:nvGraphicFramePr>
          <p:cNvPr id="4" name="Table 3"/>
          <p:cNvGraphicFramePr/>
          <p:nvPr/>
        </p:nvGraphicFramePr>
        <p:xfrm>
          <a:off x="922655" y="2443480"/>
          <a:ext cx="7298690" cy="1828800"/>
        </p:xfrm>
        <a:graphic>
          <a:graphicData uri="http://schemas.openxmlformats.org/drawingml/2006/table">
            <a:tbl>
              <a:tblPr firstRow="1" bandRow="1">
                <a:tableStyleId>{5C22544A-7EE6-4342-B048-85BDC9FD1C3A}</a:tableStyleId>
              </a:tblPr>
              <a:tblGrid>
                <a:gridCol w="3649345"/>
                <a:gridCol w="3649345"/>
              </a:tblGrid>
              <a:tr h="304800">
                <a:tc>
                  <a:txBody>
                    <a:bodyPr/>
                    <a:p>
                      <a:pPr algn="ctr">
                        <a:buNone/>
                      </a:pPr>
                      <a:r>
                        <a:rPr lang="en-US"/>
                        <a:t>Kualitas</a:t>
                      </a:r>
                      <a:endParaRPr lang="en-US"/>
                    </a:p>
                  </a:txBody>
                  <a:tcPr>
                    <a:solidFill>
                      <a:schemeClr val="bg2"/>
                    </a:solidFill>
                  </a:tcPr>
                </a:tc>
                <a:tc>
                  <a:txBody>
                    <a:bodyPr/>
                    <a:p>
                      <a:pPr algn="ctr">
                        <a:buNone/>
                      </a:pPr>
                      <a:r>
                        <a:rPr lang="en-US"/>
                        <a:t>Range Nilai</a:t>
                      </a:r>
                      <a:endParaRPr lang="en-US"/>
                    </a:p>
                  </a:txBody>
                  <a:tcPr>
                    <a:solidFill>
                      <a:schemeClr val="bg2"/>
                    </a:solidFill>
                  </a:tcPr>
                </a:tc>
              </a:tr>
              <a:tr h="304800">
                <a:tc>
                  <a:txBody>
                    <a:bodyPr/>
                    <a:p>
                      <a:pPr algn="ctr">
                        <a:buNone/>
                      </a:pPr>
                      <a:r>
                        <a:rPr lang="en-US">
                          <a:solidFill>
                            <a:schemeClr val="bg1"/>
                          </a:solidFill>
                        </a:rPr>
                        <a:t>Sangat Baik</a:t>
                      </a:r>
                      <a:endParaRPr lang="en-US">
                        <a:solidFill>
                          <a:schemeClr val="bg1"/>
                        </a:solidFill>
                      </a:endParaRPr>
                    </a:p>
                  </a:txBody>
                  <a:tcPr>
                    <a:solidFill>
                      <a:schemeClr val="tx1"/>
                    </a:solidFill>
                  </a:tcPr>
                </a:tc>
                <a:tc>
                  <a:txBody>
                    <a:bodyPr/>
                    <a:p>
                      <a:pPr algn="ctr">
                        <a:buNone/>
                      </a:pPr>
                      <a:r>
                        <a:rPr lang="en-US">
                          <a:solidFill>
                            <a:schemeClr val="bg1"/>
                          </a:solidFill>
                        </a:rPr>
                        <a:t>-9</a:t>
                      </a:r>
                      <a:endParaRPr lang="en-US">
                        <a:solidFill>
                          <a:schemeClr val="bg1"/>
                        </a:solidFill>
                      </a:endParaRPr>
                    </a:p>
                  </a:txBody>
                  <a:tcPr>
                    <a:solidFill>
                      <a:schemeClr val="tx1"/>
                    </a:solidFill>
                  </a:tcPr>
                </a:tc>
              </a:tr>
              <a:tr h="304800">
                <a:tc>
                  <a:txBody>
                    <a:bodyPr/>
                    <a:p>
                      <a:pPr algn="ctr">
                        <a:buNone/>
                      </a:pPr>
                      <a:r>
                        <a:rPr lang="en-US">
                          <a:solidFill>
                            <a:schemeClr val="bg1"/>
                          </a:solidFill>
                        </a:rPr>
                        <a:t>Bagus</a:t>
                      </a:r>
                      <a:endParaRPr lang="en-US">
                        <a:solidFill>
                          <a:schemeClr val="bg1"/>
                        </a:solidFill>
                      </a:endParaRPr>
                    </a:p>
                  </a:txBody>
                  <a:tcPr>
                    <a:solidFill>
                      <a:schemeClr val="tx1"/>
                    </a:solidFill>
                  </a:tcPr>
                </a:tc>
                <a:tc>
                  <a:txBody>
                    <a:bodyPr/>
                    <a:p>
                      <a:pPr algn="ctr">
                        <a:buNone/>
                      </a:pPr>
                      <a:r>
                        <a:rPr lang="en-US">
                          <a:solidFill>
                            <a:schemeClr val="bg1"/>
                          </a:solidFill>
                        </a:rPr>
                        <a:t>-10&lt;-9</a:t>
                      </a:r>
                      <a:endParaRPr lang="en-US">
                        <a:solidFill>
                          <a:schemeClr val="bg1"/>
                        </a:solidFill>
                      </a:endParaRPr>
                    </a:p>
                  </a:txBody>
                  <a:tcPr>
                    <a:solidFill>
                      <a:schemeClr val="tx1"/>
                    </a:solidFill>
                  </a:tcPr>
                </a:tc>
              </a:tr>
              <a:tr h="304800">
                <a:tc>
                  <a:txBody>
                    <a:bodyPr/>
                    <a:p>
                      <a:pPr algn="ctr">
                        <a:buNone/>
                      </a:pPr>
                      <a:r>
                        <a:rPr lang="en-US">
                          <a:solidFill>
                            <a:schemeClr val="bg1"/>
                          </a:solidFill>
                        </a:rPr>
                        <a:t>Normal</a:t>
                      </a:r>
                      <a:endParaRPr lang="en-US">
                        <a:solidFill>
                          <a:schemeClr val="bg1"/>
                        </a:solidFill>
                      </a:endParaRPr>
                    </a:p>
                  </a:txBody>
                  <a:tcPr>
                    <a:solidFill>
                      <a:schemeClr val="tx1"/>
                    </a:solidFill>
                  </a:tcPr>
                </a:tc>
                <a:tc>
                  <a:txBody>
                    <a:bodyPr/>
                    <a:p>
                      <a:pPr algn="ctr">
                        <a:buNone/>
                      </a:pPr>
                      <a:r>
                        <a:rPr lang="en-US">
                          <a:solidFill>
                            <a:schemeClr val="bg1"/>
                          </a:solidFill>
                        </a:rPr>
                        <a:t>-15,&lt;-10</a:t>
                      </a:r>
                      <a:endParaRPr lang="en-US">
                        <a:solidFill>
                          <a:schemeClr val="bg1"/>
                        </a:solidFill>
                      </a:endParaRPr>
                    </a:p>
                  </a:txBody>
                  <a:tcPr>
                    <a:solidFill>
                      <a:schemeClr val="tx1"/>
                    </a:solidFill>
                  </a:tcPr>
                </a:tc>
              </a:tr>
              <a:tr h="304800">
                <a:tc>
                  <a:txBody>
                    <a:bodyPr/>
                    <a:p>
                      <a:pPr algn="ctr">
                        <a:buNone/>
                      </a:pPr>
                      <a:r>
                        <a:rPr lang="en-US">
                          <a:solidFill>
                            <a:schemeClr val="bg1"/>
                          </a:solidFill>
                        </a:rPr>
                        <a:t>Buruk</a:t>
                      </a:r>
                      <a:endParaRPr lang="en-US">
                        <a:solidFill>
                          <a:schemeClr val="bg1"/>
                        </a:solidFill>
                      </a:endParaRPr>
                    </a:p>
                  </a:txBody>
                  <a:tcPr>
                    <a:solidFill>
                      <a:schemeClr val="tx1"/>
                    </a:solidFill>
                  </a:tcPr>
                </a:tc>
                <a:tc>
                  <a:txBody>
                    <a:bodyPr/>
                    <a:p>
                      <a:pPr algn="ctr">
                        <a:buNone/>
                      </a:pPr>
                      <a:r>
                        <a:rPr lang="en-US">
                          <a:solidFill>
                            <a:schemeClr val="bg1"/>
                          </a:solidFill>
                        </a:rPr>
                        <a:t>-19,&lt;-15</a:t>
                      </a:r>
                      <a:endParaRPr lang="en-US">
                        <a:solidFill>
                          <a:schemeClr val="bg1"/>
                        </a:solidFill>
                      </a:endParaRPr>
                    </a:p>
                  </a:txBody>
                  <a:tcPr>
                    <a:solidFill>
                      <a:schemeClr val="tx1"/>
                    </a:solidFill>
                  </a:tcPr>
                </a:tc>
              </a:tr>
              <a:tr h="304800">
                <a:tc>
                  <a:txBody>
                    <a:bodyPr/>
                    <a:p>
                      <a:pPr algn="ctr">
                        <a:buNone/>
                      </a:pPr>
                      <a:r>
                        <a:rPr lang="en-US">
                          <a:solidFill>
                            <a:schemeClr val="bg1"/>
                          </a:solidFill>
                        </a:rPr>
                        <a:t>Sangat Buruk</a:t>
                      </a:r>
                      <a:endParaRPr lang="en-US">
                        <a:solidFill>
                          <a:schemeClr val="bg1"/>
                        </a:solidFill>
                      </a:endParaRPr>
                    </a:p>
                  </a:txBody>
                  <a:tcPr>
                    <a:solidFill>
                      <a:schemeClr val="tx1"/>
                    </a:solidFill>
                  </a:tcPr>
                </a:tc>
                <a:tc>
                  <a:txBody>
                    <a:bodyPr/>
                    <a:p>
                      <a:pPr algn="ctr">
                        <a:buNone/>
                      </a:pPr>
                      <a:r>
                        <a:rPr lang="en-US">
                          <a:solidFill>
                            <a:schemeClr val="bg1"/>
                          </a:solidFill>
                        </a:rPr>
                        <a:t>&lt;-20</a:t>
                      </a:r>
                      <a:endParaRPr lang="en-US">
                        <a:solidFill>
                          <a:schemeClr val="bg1"/>
                        </a:solidFill>
                      </a:endParaRPr>
                    </a:p>
                  </a:txBody>
                  <a:tcPr>
                    <a:solidFill>
                      <a:schemeClr val="tx1"/>
                    </a:solidFill>
                  </a:tcPr>
                </a:tc>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0">
        <p159:morph option="byObject"/>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043" name="Shape 2043"/>
        <p:cNvGrpSpPr/>
        <p:nvPr/>
      </p:nvGrpSpPr>
      <p:grpSpPr>
        <a:xfrm>
          <a:off x="0" y="0"/>
          <a:ext cx="0" cy="0"/>
          <a:chOff x="0" y="0"/>
          <a:chExt cx="0" cy="0"/>
        </a:xfrm>
      </p:grpSpPr>
      <p:sp>
        <p:nvSpPr>
          <p:cNvPr id="3" name="Title 2"/>
          <p:cNvSpPr/>
          <p:nvPr>
            <p:ph type="title"/>
          </p:nvPr>
        </p:nvSpPr>
        <p:spPr/>
        <p:txBody>
          <a:bodyPr/>
          <a:p>
            <a:r>
              <a:rPr lang="en-US">
                <a:sym typeface="+mn-ea"/>
              </a:rPr>
              <a:t>RSSNR atau SNR (Ratio signal to noise)</a:t>
            </a:r>
            <a:br>
              <a:rPr lang="en-US"/>
            </a:br>
            <a:endParaRPr lang="en-US"/>
          </a:p>
        </p:txBody>
      </p:sp>
      <p:sp>
        <p:nvSpPr>
          <p:cNvPr id="4" name="Text Placeholder 3"/>
          <p:cNvSpPr/>
          <p:nvPr>
            <p:ph type="body" idx="1"/>
          </p:nvPr>
        </p:nvSpPr>
        <p:spPr/>
        <p:txBody>
          <a:bodyPr/>
          <a:p>
            <a:r>
              <a:rPr lang="en-US" sz="1800">
                <a:sym typeface="+mn-ea"/>
              </a:rPr>
              <a:t>Ukuran yang membandingkan level sinyal yang ddinginkan dengan level noise latar belakang. SNR didefinisikan sebagai rasio kekuatan sinyal terhadap daya noise, biasanya dinyatakaan dalam desibel (dB).</a:t>
            </a:r>
            <a:endParaRPr lang="en-US" sz="1800"/>
          </a:p>
          <a:p>
            <a:endParaRPr lang="en-US" sz="1800"/>
          </a:p>
          <a:p>
            <a:r>
              <a:rPr lang="en-US" sz="1800">
                <a:sym typeface="+mn-ea"/>
              </a:rPr>
              <a:t>Rasio yang lebih tinggi dari 1:1(lebih besar dari 0dB) menunjukkkan lebih banyak sinyal daripada noise.</a:t>
            </a:r>
            <a:endParaRPr lang="en-US" sz="1800"/>
          </a:p>
          <a:p>
            <a:endParaRPr lang="en-US" sz="18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0">
        <p159:morph option="byObject"/>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049" name="Shape 2049"/>
        <p:cNvGrpSpPr/>
        <p:nvPr/>
      </p:nvGrpSpPr>
      <p:grpSpPr>
        <a:xfrm>
          <a:off x="0" y="0"/>
          <a:ext cx="0" cy="0"/>
          <a:chOff x="0" y="0"/>
          <a:chExt cx="0" cy="0"/>
        </a:xfrm>
      </p:grpSpPr>
      <p:sp>
        <p:nvSpPr>
          <p:cNvPr id="2050" name="Google Shape;2050;p32"/>
          <p:cNvSpPr txBox="1"/>
          <p:nvPr>
            <p:ph type="title"/>
          </p:nvPr>
        </p:nvSpPr>
        <p:spPr>
          <a:xfrm>
            <a:off x="720125" y="1639950"/>
            <a:ext cx="3250500" cy="508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altLang="en-GB"/>
              <a:t>PROVIDER</a:t>
            </a:r>
            <a:endParaRPr lang="en-US" altLang="en-GB"/>
          </a:p>
        </p:txBody>
      </p:sp>
      <p:sp>
        <p:nvSpPr>
          <p:cNvPr id="2051" name="Google Shape;2051;p32"/>
          <p:cNvSpPr txBox="1"/>
          <p:nvPr>
            <p:ph type="subTitle" idx="1"/>
          </p:nvPr>
        </p:nvSpPr>
        <p:spPr>
          <a:xfrm>
            <a:off x="886325" y="2614800"/>
            <a:ext cx="3084300" cy="1417200"/>
          </a:xfrm>
          <a:prstGeom prst="rect">
            <a:avLst/>
          </a:prstGeom>
        </p:spPr>
        <p:txBody>
          <a:bodyPr spcFirstLastPara="1" wrap="square" lIns="0" tIns="0" rIns="0" bIns="0" anchor="ctr" anchorCtr="0">
            <a:noAutofit/>
          </a:bodyPr>
          <a:lstStyle/>
          <a:p>
            <a:pPr marL="285750" lvl="0" indent="-285750" algn="l" rtl="0">
              <a:spcBef>
                <a:spcPts val="0"/>
              </a:spcBef>
              <a:spcAft>
                <a:spcPts val="0"/>
              </a:spcAft>
              <a:buFont typeface="Wingdings" panose="05000000000000000000" charset="0"/>
              <a:buChar char="v"/>
            </a:pPr>
            <a:r>
              <a:rPr lang="en-US" sz="2800">
                <a:sym typeface="+mn-ea"/>
              </a:rPr>
              <a:t>Telkomsel</a:t>
            </a:r>
            <a:endParaRPr lang="en-US" sz="2800"/>
          </a:p>
          <a:p>
            <a:pPr marL="285750" lvl="0" indent="-285750" algn="l" rtl="0">
              <a:spcBef>
                <a:spcPts val="0"/>
              </a:spcBef>
              <a:spcAft>
                <a:spcPts val="0"/>
              </a:spcAft>
              <a:buFont typeface="Wingdings" panose="05000000000000000000" charset="0"/>
              <a:buChar char="v"/>
            </a:pPr>
            <a:r>
              <a:rPr lang="en-US" sz="2800">
                <a:sym typeface="+mn-ea"/>
              </a:rPr>
              <a:t>XL</a:t>
            </a:r>
            <a:endParaRPr lang="en-US" sz="2800"/>
          </a:p>
          <a:p>
            <a:pPr marL="285750" lvl="0" indent="-285750" algn="l" rtl="0">
              <a:spcBef>
                <a:spcPts val="0"/>
              </a:spcBef>
              <a:spcAft>
                <a:spcPts val="0"/>
              </a:spcAft>
              <a:buFont typeface="Wingdings" panose="05000000000000000000" charset="0"/>
              <a:buChar char="v"/>
            </a:pPr>
            <a:r>
              <a:rPr lang="en-US" sz="2800">
                <a:sym typeface="+mn-ea"/>
              </a:rPr>
              <a:t>WiFi (indihome)</a:t>
            </a:r>
            <a:endParaRPr lang="en-US" sz="2800">
              <a:sym typeface="+mn-ea"/>
            </a:endParaRPr>
          </a:p>
        </p:txBody>
      </p:sp>
      <p:grpSp>
        <p:nvGrpSpPr>
          <p:cNvPr id="2053" name="Google Shape;2053;p32"/>
          <p:cNvGrpSpPr/>
          <p:nvPr/>
        </p:nvGrpSpPr>
        <p:grpSpPr>
          <a:xfrm rot="0">
            <a:off x="5200015" y="1824355"/>
            <a:ext cx="2855595" cy="2153285"/>
            <a:chOff x="3499629" y="1503696"/>
            <a:chExt cx="1163286" cy="877163"/>
          </a:xfrm>
        </p:grpSpPr>
        <p:sp>
          <p:nvSpPr>
            <p:cNvPr id="2054" name="Google Shape;2054;p32"/>
            <p:cNvSpPr/>
            <p:nvPr/>
          </p:nvSpPr>
          <p:spPr>
            <a:xfrm>
              <a:off x="3828305" y="1649868"/>
              <a:ext cx="584816" cy="584816"/>
            </a:xfrm>
            <a:custGeom>
              <a:avLst/>
              <a:gdLst/>
              <a:ahLst/>
              <a:cxnLst/>
              <a:rect l="l" t="t" r="r" b="b"/>
              <a:pathLst>
                <a:path w="4813" h="4813" fill="none" extrusionOk="0">
                  <a:moveTo>
                    <a:pt x="0" y="0"/>
                  </a:moveTo>
                  <a:lnTo>
                    <a:pt x="4812" y="0"/>
                  </a:lnTo>
                  <a:lnTo>
                    <a:pt x="4812" y="4812"/>
                  </a:lnTo>
                  <a:lnTo>
                    <a:pt x="0" y="4812"/>
                  </a:lnTo>
                  <a:close/>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55" name="Google Shape;2055;p32"/>
            <p:cNvSpPr/>
            <p:nvPr/>
          </p:nvSpPr>
          <p:spPr>
            <a:xfrm>
              <a:off x="3770468" y="2292396"/>
              <a:ext cx="122" cy="122"/>
            </a:xfrm>
            <a:custGeom>
              <a:avLst/>
              <a:gdLst/>
              <a:ahLst/>
              <a:cxnLst/>
              <a:rect l="l" t="t" r="r" b="b"/>
              <a:pathLst>
                <a:path w="1" h="1" fill="none" extrusionOk="0">
                  <a:moveTo>
                    <a:pt x="0" y="0"/>
                  </a:moveTo>
                  <a:lnTo>
                    <a:pt x="0" y="0"/>
                  </a:lnTo>
                  <a:close/>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56" name="Google Shape;2056;p32"/>
            <p:cNvSpPr/>
            <p:nvPr/>
          </p:nvSpPr>
          <p:spPr>
            <a:xfrm>
              <a:off x="3770468" y="1613295"/>
              <a:ext cx="122" cy="633540"/>
            </a:xfrm>
            <a:custGeom>
              <a:avLst/>
              <a:gdLst/>
              <a:ahLst/>
              <a:cxnLst/>
              <a:rect l="l" t="t" r="r" b="b"/>
              <a:pathLst>
                <a:path w="1" h="5214" fill="none" extrusionOk="0">
                  <a:moveTo>
                    <a:pt x="0" y="5213"/>
                  </a:moveTo>
                  <a:lnTo>
                    <a:pt x="0" y="0"/>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57" name="Google Shape;2057;p32"/>
            <p:cNvSpPr/>
            <p:nvPr/>
          </p:nvSpPr>
          <p:spPr>
            <a:xfrm>
              <a:off x="3770468" y="1591910"/>
              <a:ext cx="122" cy="122"/>
            </a:xfrm>
            <a:custGeom>
              <a:avLst/>
              <a:gdLst/>
              <a:ahLst/>
              <a:cxnLst/>
              <a:rect l="l" t="t" r="r" b="b"/>
              <a:pathLst>
                <a:path w="1" h="1" fill="none" extrusionOk="0">
                  <a:moveTo>
                    <a:pt x="0" y="1"/>
                  </a:moveTo>
                  <a:lnTo>
                    <a:pt x="0" y="1"/>
                  </a:lnTo>
                  <a:close/>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58" name="Google Shape;2058;p32"/>
            <p:cNvSpPr/>
            <p:nvPr/>
          </p:nvSpPr>
          <p:spPr>
            <a:xfrm>
              <a:off x="3816033" y="1591910"/>
              <a:ext cx="633662" cy="122"/>
            </a:xfrm>
            <a:custGeom>
              <a:avLst/>
              <a:gdLst/>
              <a:ahLst/>
              <a:cxnLst/>
              <a:rect l="l" t="t" r="r" b="b"/>
              <a:pathLst>
                <a:path w="5215" h="1" fill="none" extrusionOk="0">
                  <a:moveTo>
                    <a:pt x="1" y="1"/>
                  </a:moveTo>
                  <a:lnTo>
                    <a:pt x="5214" y="1"/>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59" name="Google Shape;2059;p32"/>
            <p:cNvSpPr/>
            <p:nvPr/>
          </p:nvSpPr>
          <p:spPr>
            <a:xfrm>
              <a:off x="4470832" y="1591910"/>
              <a:ext cx="122" cy="122"/>
            </a:xfrm>
            <a:custGeom>
              <a:avLst/>
              <a:gdLst/>
              <a:ahLst/>
              <a:cxnLst/>
              <a:rect l="l" t="t" r="r" b="b"/>
              <a:pathLst>
                <a:path w="1" h="1" fill="none" extrusionOk="0">
                  <a:moveTo>
                    <a:pt x="0" y="1"/>
                  </a:moveTo>
                  <a:lnTo>
                    <a:pt x="0" y="1"/>
                  </a:lnTo>
                  <a:close/>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0" name="Google Shape;2060;p32"/>
            <p:cNvSpPr/>
            <p:nvPr/>
          </p:nvSpPr>
          <p:spPr>
            <a:xfrm>
              <a:off x="4470832" y="1634559"/>
              <a:ext cx="122" cy="633540"/>
            </a:xfrm>
            <a:custGeom>
              <a:avLst/>
              <a:gdLst/>
              <a:ahLst/>
              <a:cxnLst/>
              <a:rect l="l" t="t" r="r" b="b"/>
              <a:pathLst>
                <a:path w="1" h="5214" fill="none" extrusionOk="0">
                  <a:moveTo>
                    <a:pt x="0" y="1"/>
                  </a:moveTo>
                  <a:lnTo>
                    <a:pt x="0" y="5214"/>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1" name="Google Shape;2061;p32"/>
            <p:cNvSpPr/>
            <p:nvPr/>
          </p:nvSpPr>
          <p:spPr>
            <a:xfrm>
              <a:off x="4470832" y="2292396"/>
              <a:ext cx="122" cy="122"/>
            </a:xfrm>
            <a:custGeom>
              <a:avLst/>
              <a:gdLst/>
              <a:ahLst/>
              <a:cxnLst/>
              <a:rect l="l" t="t" r="r" b="b"/>
              <a:pathLst>
                <a:path w="1" h="1" fill="none" extrusionOk="0">
                  <a:moveTo>
                    <a:pt x="0" y="0"/>
                  </a:moveTo>
                  <a:lnTo>
                    <a:pt x="0" y="0"/>
                  </a:lnTo>
                  <a:close/>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2" name="Google Shape;2062;p32"/>
            <p:cNvSpPr/>
            <p:nvPr/>
          </p:nvSpPr>
          <p:spPr>
            <a:xfrm>
              <a:off x="3794769" y="2292396"/>
              <a:ext cx="633540" cy="122"/>
            </a:xfrm>
            <a:custGeom>
              <a:avLst/>
              <a:gdLst/>
              <a:ahLst/>
              <a:cxnLst/>
              <a:rect l="l" t="t" r="r" b="b"/>
              <a:pathLst>
                <a:path w="5214" h="1" fill="none" extrusionOk="0">
                  <a:moveTo>
                    <a:pt x="5214" y="0"/>
                  </a:moveTo>
                  <a:lnTo>
                    <a:pt x="1" y="0"/>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3" name="Google Shape;2063;p32"/>
            <p:cNvSpPr/>
            <p:nvPr/>
          </p:nvSpPr>
          <p:spPr>
            <a:xfrm>
              <a:off x="3682132" y="1503696"/>
              <a:ext cx="880200" cy="877163"/>
            </a:xfrm>
            <a:custGeom>
              <a:avLst/>
              <a:gdLst/>
              <a:ahLst/>
              <a:cxnLst/>
              <a:rect l="l" t="t" r="r" b="b"/>
              <a:pathLst>
                <a:path w="7244" h="7219" fill="none" extrusionOk="0">
                  <a:moveTo>
                    <a:pt x="0" y="0"/>
                  </a:moveTo>
                  <a:lnTo>
                    <a:pt x="7243" y="0"/>
                  </a:lnTo>
                  <a:lnTo>
                    <a:pt x="7243" y="7218"/>
                  </a:lnTo>
                  <a:lnTo>
                    <a:pt x="0" y="7218"/>
                  </a:lnTo>
                  <a:close/>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4" name="Google Shape;2064;p32"/>
            <p:cNvSpPr/>
            <p:nvPr/>
          </p:nvSpPr>
          <p:spPr>
            <a:xfrm>
              <a:off x="3586147" y="2030427"/>
              <a:ext cx="94533" cy="122"/>
            </a:xfrm>
            <a:custGeom>
              <a:avLst/>
              <a:gdLst/>
              <a:ahLst/>
              <a:cxnLst/>
              <a:rect l="l" t="t" r="r" b="b"/>
              <a:pathLst>
                <a:path w="778" h="1" fill="none" extrusionOk="0">
                  <a:moveTo>
                    <a:pt x="778" y="1"/>
                  </a:moveTo>
                  <a:lnTo>
                    <a:pt x="1" y="1"/>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5" name="Google Shape;2065;p32"/>
            <p:cNvSpPr/>
            <p:nvPr/>
          </p:nvSpPr>
          <p:spPr>
            <a:xfrm>
              <a:off x="3592223" y="1793003"/>
              <a:ext cx="82382" cy="122"/>
            </a:xfrm>
            <a:custGeom>
              <a:avLst/>
              <a:gdLst/>
              <a:ahLst/>
              <a:cxnLst/>
              <a:rect l="l" t="t" r="r" b="b"/>
              <a:pathLst>
                <a:path w="678" h="1" fill="none" extrusionOk="0">
                  <a:moveTo>
                    <a:pt x="678" y="0"/>
                  </a:moveTo>
                  <a:lnTo>
                    <a:pt x="1" y="0"/>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6" name="Google Shape;2066;p32"/>
            <p:cNvSpPr/>
            <p:nvPr/>
          </p:nvSpPr>
          <p:spPr>
            <a:xfrm>
              <a:off x="3546537" y="1680245"/>
              <a:ext cx="128069" cy="122"/>
            </a:xfrm>
            <a:custGeom>
              <a:avLst/>
              <a:gdLst/>
              <a:ahLst/>
              <a:cxnLst/>
              <a:rect l="l" t="t" r="r" b="b"/>
              <a:pathLst>
                <a:path w="1054" h="1" fill="none" extrusionOk="0">
                  <a:moveTo>
                    <a:pt x="1054" y="1"/>
                  </a:moveTo>
                  <a:lnTo>
                    <a:pt x="1" y="1"/>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2067" name="Google Shape;2067;p32"/>
            <p:cNvCxnSpPr/>
            <p:nvPr/>
          </p:nvCxnSpPr>
          <p:spPr>
            <a:xfrm>
              <a:off x="3499629" y="1925203"/>
              <a:ext cx="179400" cy="0"/>
            </a:xfrm>
            <a:prstGeom prst="straightConnector1">
              <a:avLst/>
            </a:prstGeom>
            <a:noFill/>
            <a:ln w="19050" cap="flat" cmpd="sng">
              <a:solidFill>
                <a:schemeClr val="dk2"/>
              </a:solidFill>
              <a:prstDash val="solid"/>
              <a:round/>
              <a:headEnd type="none" w="med" len="med"/>
              <a:tailEnd type="none" w="med" len="med"/>
            </a:ln>
          </p:spPr>
        </p:cxnSp>
        <p:sp>
          <p:nvSpPr>
            <p:cNvPr id="2068" name="Google Shape;2068;p32"/>
            <p:cNvSpPr/>
            <p:nvPr/>
          </p:nvSpPr>
          <p:spPr>
            <a:xfrm>
              <a:off x="4565331" y="2054850"/>
              <a:ext cx="64156" cy="122"/>
            </a:xfrm>
            <a:custGeom>
              <a:avLst/>
              <a:gdLst/>
              <a:ahLst/>
              <a:cxnLst/>
              <a:rect l="l" t="t" r="r" b="b"/>
              <a:pathLst>
                <a:path w="528" h="1" fill="none" extrusionOk="0">
                  <a:moveTo>
                    <a:pt x="1" y="0"/>
                  </a:moveTo>
                  <a:lnTo>
                    <a:pt x="527" y="0"/>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69" name="Google Shape;2069;p32"/>
            <p:cNvSpPr/>
            <p:nvPr/>
          </p:nvSpPr>
          <p:spPr>
            <a:xfrm>
              <a:off x="4562306" y="2164449"/>
              <a:ext cx="100608" cy="122"/>
            </a:xfrm>
            <a:custGeom>
              <a:avLst/>
              <a:gdLst/>
              <a:ahLst/>
              <a:cxnLst/>
              <a:rect l="l" t="t" r="r" b="b"/>
              <a:pathLst>
                <a:path w="828" h="1" fill="none" extrusionOk="0">
                  <a:moveTo>
                    <a:pt x="1" y="1"/>
                  </a:moveTo>
                  <a:lnTo>
                    <a:pt x="828" y="1"/>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70" name="Google Shape;2070;p32"/>
            <p:cNvSpPr/>
            <p:nvPr/>
          </p:nvSpPr>
          <p:spPr>
            <a:xfrm>
              <a:off x="4562194" y="1722894"/>
              <a:ext cx="100608" cy="122"/>
            </a:xfrm>
            <a:custGeom>
              <a:avLst/>
              <a:gdLst/>
              <a:ahLst/>
              <a:cxnLst/>
              <a:rect l="l" t="t" r="r" b="b"/>
              <a:pathLst>
                <a:path w="828" h="1" fill="none" extrusionOk="0">
                  <a:moveTo>
                    <a:pt x="1" y="1"/>
                  </a:moveTo>
                  <a:lnTo>
                    <a:pt x="828" y="1"/>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071" name="Google Shape;2071;p32"/>
            <p:cNvSpPr/>
            <p:nvPr/>
          </p:nvSpPr>
          <p:spPr>
            <a:xfrm>
              <a:off x="4562206" y="1814267"/>
              <a:ext cx="76307" cy="122"/>
            </a:xfrm>
            <a:custGeom>
              <a:avLst/>
              <a:gdLst/>
              <a:ahLst/>
              <a:cxnLst/>
              <a:rect l="l" t="t" r="r" b="b"/>
              <a:pathLst>
                <a:path w="628" h="1" fill="none" extrusionOk="0">
                  <a:moveTo>
                    <a:pt x="1" y="1"/>
                  </a:moveTo>
                  <a:lnTo>
                    <a:pt x="627" y="1"/>
                  </a:lnTo>
                </a:path>
              </a:pathLst>
            </a:custGeom>
            <a:noFill/>
            <a:ln w="19050" cap="rnd"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p>
          </p:txBody>
        </p:sp>
      </p:grpSp>
      <p:cxnSp>
        <p:nvCxnSpPr>
          <p:cNvPr id="2072" name="Google Shape;2072;p32"/>
          <p:cNvCxnSpPr/>
          <p:nvPr/>
        </p:nvCxnSpPr>
        <p:spPr>
          <a:xfrm>
            <a:off x="7800340" y="2862580"/>
            <a:ext cx="1575435" cy="0"/>
          </a:xfrm>
          <a:prstGeom prst="straightConnector1">
            <a:avLst/>
          </a:prstGeom>
          <a:noFill/>
          <a:ln w="19050" cap="flat" cmpd="sng">
            <a:solidFill>
              <a:schemeClr val="dk2"/>
            </a:solidFill>
            <a:prstDash val="solid"/>
            <a:round/>
            <a:headEnd type="none" w="med" len="med"/>
            <a:tailEnd type="none" w="med" len="med"/>
          </a:ln>
        </p:spPr>
      </p:cxnSp>
      <p:cxnSp>
        <p:nvCxnSpPr>
          <p:cNvPr id="2073" name="Google Shape;2073;p32"/>
          <p:cNvCxnSpPr/>
          <p:nvPr/>
        </p:nvCxnSpPr>
        <p:spPr>
          <a:xfrm>
            <a:off x="6607175" y="3977640"/>
            <a:ext cx="0" cy="792480"/>
          </a:xfrm>
          <a:prstGeom prst="straightConnector1">
            <a:avLst/>
          </a:prstGeom>
          <a:noFill/>
          <a:ln w="19050" cap="flat" cmpd="sng">
            <a:solidFill>
              <a:schemeClr val="dk2"/>
            </a:solidFill>
            <a:prstDash val="solid"/>
            <a:round/>
            <a:headEnd type="none" w="med" len="med"/>
            <a:tailEnd type="none" w="med" len="med"/>
          </a:ln>
        </p:spPr>
      </p:cxnSp>
      <p:cxnSp>
        <p:nvCxnSpPr>
          <p:cNvPr id="2074" name="Google Shape;2074;p32"/>
          <p:cNvCxnSpPr/>
          <p:nvPr/>
        </p:nvCxnSpPr>
        <p:spPr>
          <a:xfrm>
            <a:off x="6605270" y="4766945"/>
            <a:ext cx="2859405" cy="0"/>
          </a:xfrm>
          <a:prstGeom prst="straightConnector1">
            <a:avLst/>
          </a:prstGeom>
          <a:noFill/>
          <a:ln w="19050" cap="flat" cmpd="sng">
            <a:solidFill>
              <a:schemeClr val="dk2"/>
            </a:solidFill>
            <a:prstDash val="solid"/>
            <a:round/>
            <a:headEnd type="none" w="med" len="med"/>
            <a:tailEnd type="none" w="med" len="med"/>
          </a:ln>
        </p:spPr>
      </p:cxnSp>
      <p:sp>
        <p:nvSpPr>
          <p:cNvPr id="11390" name="Google Shape;11390;p62"/>
          <p:cNvSpPr/>
          <p:nvPr/>
        </p:nvSpPr>
        <p:spPr>
          <a:xfrm>
            <a:off x="6350000" y="2406015"/>
            <a:ext cx="809625" cy="989330"/>
          </a:xfrm>
          <a:custGeom>
            <a:avLst/>
            <a:gdLst/>
            <a:ahLst/>
            <a:cxnLst/>
            <a:rect l="l" t="t" r="r" b="b"/>
            <a:pathLst>
              <a:path w="15853" h="19326" extrusionOk="0">
                <a:moveTo>
                  <a:pt x="9627" y="1133"/>
                </a:moveTo>
                <a:cubicBezTo>
                  <a:pt x="9938" y="1133"/>
                  <a:pt x="10191" y="1387"/>
                  <a:pt x="10191" y="1701"/>
                </a:cubicBezTo>
                <a:lnTo>
                  <a:pt x="10191" y="2265"/>
                </a:lnTo>
                <a:lnTo>
                  <a:pt x="1133" y="2265"/>
                </a:lnTo>
                <a:lnTo>
                  <a:pt x="1133" y="1701"/>
                </a:lnTo>
                <a:cubicBezTo>
                  <a:pt x="1133" y="1387"/>
                  <a:pt x="1387" y="1133"/>
                  <a:pt x="1701" y="1133"/>
                </a:cubicBezTo>
                <a:close/>
                <a:moveTo>
                  <a:pt x="10191" y="3398"/>
                </a:moveTo>
                <a:lnTo>
                  <a:pt x="10191" y="8063"/>
                </a:lnTo>
                <a:cubicBezTo>
                  <a:pt x="10009" y="7998"/>
                  <a:pt x="9817" y="7965"/>
                  <a:pt x="9625" y="7965"/>
                </a:cubicBezTo>
                <a:cubicBezTo>
                  <a:pt x="9434" y="7965"/>
                  <a:pt x="9242" y="7998"/>
                  <a:pt x="9059" y="8063"/>
                </a:cubicBezTo>
                <a:lnTo>
                  <a:pt x="9059" y="6230"/>
                </a:lnTo>
                <a:cubicBezTo>
                  <a:pt x="9059" y="5291"/>
                  <a:pt x="8298" y="4530"/>
                  <a:pt x="7362" y="4530"/>
                </a:cubicBezTo>
                <a:cubicBezTo>
                  <a:pt x="6423" y="4530"/>
                  <a:pt x="5662" y="5291"/>
                  <a:pt x="5662" y="6230"/>
                </a:cubicBezTo>
                <a:lnTo>
                  <a:pt x="5662" y="10285"/>
                </a:lnTo>
                <a:cubicBezTo>
                  <a:pt x="4346" y="10557"/>
                  <a:pt x="3401" y="11716"/>
                  <a:pt x="3398" y="13060"/>
                </a:cubicBezTo>
                <a:lnTo>
                  <a:pt x="3398" y="14231"/>
                </a:lnTo>
                <a:cubicBezTo>
                  <a:pt x="3398" y="14419"/>
                  <a:pt x="3404" y="14609"/>
                  <a:pt x="3413" y="14796"/>
                </a:cubicBezTo>
                <a:lnTo>
                  <a:pt x="1133" y="14796"/>
                </a:lnTo>
                <a:lnTo>
                  <a:pt x="1133" y="3398"/>
                </a:lnTo>
                <a:close/>
                <a:moveTo>
                  <a:pt x="3543" y="15928"/>
                </a:moveTo>
                <a:cubicBezTo>
                  <a:pt x="3606" y="16312"/>
                  <a:pt x="3694" y="16689"/>
                  <a:pt x="3802" y="17061"/>
                </a:cubicBezTo>
                <a:lnTo>
                  <a:pt x="1701" y="17061"/>
                </a:lnTo>
                <a:cubicBezTo>
                  <a:pt x="1387" y="17061"/>
                  <a:pt x="1133" y="16807"/>
                  <a:pt x="1133" y="16496"/>
                </a:cubicBezTo>
                <a:lnTo>
                  <a:pt x="1133" y="15928"/>
                </a:lnTo>
                <a:close/>
                <a:moveTo>
                  <a:pt x="7362" y="5662"/>
                </a:moveTo>
                <a:cubicBezTo>
                  <a:pt x="7673" y="5662"/>
                  <a:pt x="7927" y="5916"/>
                  <a:pt x="7927" y="6230"/>
                </a:cubicBezTo>
                <a:lnTo>
                  <a:pt x="7927" y="11928"/>
                </a:lnTo>
                <a:cubicBezTo>
                  <a:pt x="7927" y="12242"/>
                  <a:pt x="8181" y="12492"/>
                  <a:pt x="8495" y="12492"/>
                </a:cubicBezTo>
                <a:cubicBezTo>
                  <a:pt x="8806" y="12492"/>
                  <a:pt x="9059" y="12242"/>
                  <a:pt x="9059" y="11928"/>
                </a:cubicBezTo>
                <a:lnTo>
                  <a:pt x="9059" y="9663"/>
                </a:lnTo>
                <a:cubicBezTo>
                  <a:pt x="9059" y="9349"/>
                  <a:pt x="9313" y="9098"/>
                  <a:pt x="9627" y="9098"/>
                </a:cubicBezTo>
                <a:cubicBezTo>
                  <a:pt x="9938" y="9098"/>
                  <a:pt x="10191" y="9349"/>
                  <a:pt x="10191" y="9663"/>
                </a:cubicBezTo>
                <a:lnTo>
                  <a:pt x="10191" y="11928"/>
                </a:lnTo>
                <a:cubicBezTo>
                  <a:pt x="10191" y="12242"/>
                  <a:pt x="10445" y="12492"/>
                  <a:pt x="10759" y="12492"/>
                </a:cubicBezTo>
                <a:cubicBezTo>
                  <a:pt x="11070" y="12492"/>
                  <a:pt x="11324" y="12242"/>
                  <a:pt x="11324" y="11928"/>
                </a:cubicBezTo>
                <a:lnTo>
                  <a:pt x="11324" y="10795"/>
                </a:lnTo>
                <a:cubicBezTo>
                  <a:pt x="11324" y="10481"/>
                  <a:pt x="11577" y="10231"/>
                  <a:pt x="11891" y="10231"/>
                </a:cubicBezTo>
                <a:cubicBezTo>
                  <a:pt x="12202" y="10231"/>
                  <a:pt x="12456" y="10481"/>
                  <a:pt x="12456" y="10795"/>
                </a:cubicBezTo>
                <a:lnTo>
                  <a:pt x="12456" y="13060"/>
                </a:lnTo>
                <a:cubicBezTo>
                  <a:pt x="12456" y="13374"/>
                  <a:pt x="12710" y="13625"/>
                  <a:pt x="13024" y="13625"/>
                </a:cubicBezTo>
                <a:cubicBezTo>
                  <a:pt x="13335" y="13625"/>
                  <a:pt x="13588" y="13374"/>
                  <a:pt x="13588" y="13060"/>
                </a:cubicBezTo>
                <a:lnTo>
                  <a:pt x="13588" y="11928"/>
                </a:lnTo>
                <a:cubicBezTo>
                  <a:pt x="13588" y="11614"/>
                  <a:pt x="13842" y="11363"/>
                  <a:pt x="14156" y="11363"/>
                </a:cubicBezTo>
                <a:cubicBezTo>
                  <a:pt x="14467" y="11363"/>
                  <a:pt x="14721" y="11614"/>
                  <a:pt x="14721" y="11928"/>
                </a:cubicBezTo>
                <a:lnTo>
                  <a:pt x="14721" y="14231"/>
                </a:lnTo>
                <a:cubicBezTo>
                  <a:pt x="14718" y="15602"/>
                  <a:pt x="14407" y="16958"/>
                  <a:pt x="13806" y="18193"/>
                </a:cubicBezTo>
                <a:lnTo>
                  <a:pt x="5448" y="18193"/>
                </a:lnTo>
                <a:cubicBezTo>
                  <a:pt x="4844" y="16958"/>
                  <a:pt x="4533" y="15602"/>
                  <a:pt x="4530" y="14231"/>
                </a:cubicBezTo>
                <a:lnTo>
                  <a:pt x="4530" y="13060"/>
                </a:lnTo>
                <a:cubicBezTo>
                  <a:pt x="4530" y="12341"/>
                  <a:pt x="4983" y="11698"/>
                  <a:pt x="5662" y="11460"/>
                </a:cubicBezTo>
                <a:lnTo>
                  <a:pt x="5662" y="14231"/>
                </a:lnTo>
                <a:cubicBezTo>
                  <a:pt x="5662" y="14542"/>
                  <a:pt x="5916" y="14796"/>
                  <a:pt x="6230" y="14796"/>
                </a:cubicBezTo>
                <a:cubicBezTo>
                  <a:pt x="6541" y="14796"/>
                  <a:pt x="6795" y="14542"/>
                  <a:pt x="6795" y="14231"/>
                </a:cubicBezTo>
                <a:lnTo>
                  <a:pt x="6795" y="6230"/>
                </a:lnTo>
                <a:cubicBezTo>
                  <a:pt x="6795" y="5916"/>
                  <a:pt x="7048" y="5662"/>
                  <a:pt x="7362" y="5662"/>
                </a:cubicBezTo>
                <a:close/>
                <a:moveTo>
                  <a:pt x="1701" y="1"/>
                </a:moveTo>
                <a:cubicBezTo>
                  <a:pt x="762" y="1"/>
                  <a:pt x="1" y="762"/>
                  <a:pt x="1" y="1701"/>
                </a:cubicBezTo>
                <a:lnTo>
                  <a:pt x="1" y="16496"/>
                </a:lnTo>
                <a:cubicBezTo>
                  <a:pt x="1" y="17432"/>
                  <a:pt x="762" y="18193"/>
                  <a:pt x="1701" y="18193"/>
                </a:cubicBezTo>
                <a:lnTo>
                  <a:pt x="4204" y="18193"/>
                </a:lnTo>
                <a:cubicBezTo>
                  <a:pt x="4285" y="18389"/>
                  <a:pt x="4376" y="18582"/>
                  <a:pt x="4470" y="18773"/>
                </a:cubicBezTo>
                <a:lnTo>
                  <a:pt x="4590" y="19011"/>
                </a:lnTo>
                <a:cubicBezTo>
                  <a:pt x="4687" y="19204"/>
                  <a:pt x="4880" y="19325"/>
                  <a:pt x="5098" y="19325"/>
                </a:cubicBezTo>
                <a:lnTo>
                  <a:pt x="14156" y="19325"/>
                </a:lnTo>
                <a:cubicBezTo>
                  <a:pt x="14370" y="19325"/>
                  <a:pt x="14564" y="19204"/>
                  <a:pt x="14660" y="19011"/>
                </a:cubicBezTo>
                <a:lnTo>
                  <a:pt x="14781" y="18773"/>
                </a:lnTo>
                <a:cubicBezTo>
                  <a:pt x="15485" y="17363"/>
                  <a:pt x="15850" y="15808"/>
                  <a:pt x="15853" y="14231"/>
                </a:cubicBezTo>
                <a:lnTo>
                  <a:pt x="15853" y="11928"/>
                </a:lnTo>
                <a:cubicBezTo>
                  <a:pt x="15853" y="10953"/>
                  <a:pt x="15054" y="10228"/>
                  <a:pt x="14155" y="10228"/>
                </a:cubicBezTo>
                <a:cubicBezTo>
                  <a:pt x="13949" y="10228"/>
                  <a:pt x="13737" y="10266"/>
                  <a:pt x="13528" y="10348"/>
                </a:cubicBezTo>
                <a:cubicBezTo>
                  <a:pt x="13326" y="9609"/>
                  <a:pt x="12655" y="9098"/>
                  <a:pt x="11891" y="9098"/>
                </a:cubicBezTo>
                <a:cubicBezTo>
                  <a:pt x="11883" y="9098"/>
                  <a:pt x="11875" y="9098"/>
                  <a:pt x="11867" y="9098"/>
                </a:cubicBezTo>
                <a:cubicBezTo>
                  <a:pt x="11682" y="9098"/>
                  <a:pt x="11497" y="9131"/>
                  <a:pt x="11324" y="9195"/>
                </a:cubicBezTo>
                <a:lnTo>
                  <a:pt x="11324" y="1701"/>
                </a:lnTo>
                <a:cubicBezTo>
                  <a:pt x="11324" y="762"/>
                  <a:pt x="10563" y="1"/>
                  <a:pt x="9627" y="1"/>
                </a:cubicBezTo>
                <a:close/>
              </a:path>
            </a:pathLst>
          </a:custGeom>
          <a:solidFill>
            <a:schemeClr val="bg2"/>
          </a:solidFill>
          <a:ln>
            <a:noFill/>
          </a:ln>
        </p:spPr>
        <p:txBody>
          <a:bodyPr spcFirstLastPara="1" wrap="square" lIns="91425" tIns="91425" rIns="91425" bIns="91425" anchor="ctr" anchorCtr="0">
            <a:noAutofit/>
          </a:bodyPr>
          <a:p>
            <a:pPr marL="0" lvl="0" indent="0" algn="l" rtl="0">
              <a:spcBef>
                <a:spcPts val="0"/>
              </a:spcBef>
              <a:spcAft>
                <a:spcPts val="0"/>
              </a:spcAft>
              <a:buNone/>
            </a:pPr>
            <a:endParaRPr>
              <a:solidFill>
                <a:srgbClr val="435D74"/>
              </a:solidFill>
            </a:endParaRPr>
          </a:p>
        </p:txBody>
      </p:sp>
      <p:sp>
        <p:nvSpPr>
          <p:cNvPr id="2" name="Rectangles 1"/>
          <p:cNvSpPr/>
          <p:nvPr/>
        </p:nvSpPr>
        <p:spPr>
          <a:xfrm>
            <a:off x="311150" y="4545965"/>
            <a:ext cx="8521700" cy="76200"/>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0">
        <p159:morph option="byObject"/>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p:nvPr>
            <p:ph type="title"/>
          </p:nvPr>
        </p:nvSpPr>
        <p:spPr/>
        <p:txBody>
          <a:bodyPr/>
          <a:p>
            <a:r>
              <a:rPr lang="en-US"/>
              <a:t>Data KECEPATAN DOWNLOAD DAN UPLOAD </a:t>
            </a:r>
            <a:endParaRPr lang="en-US"/>
          </a:p>
        </p:txBody>
      </p:sp>
      <p:pic>
        <p:nvPicPr>
          <p:cNvPr id="6" name="Picture 5" descr="IMG-20201019-WA0062"/>
          <p:cNvPicPr>
            <a:picLocks noChangeAspect="1"/>
          </p:cNvPicPr>
          <p:nvPr/>
        </p:nvPicPr>
        <p:blipFill>
          <a:blip r:embed="rId1"/>
          <a:stretch>
            <a:fillRect/>
          </a:stretch>
        </p:blipFill>
        <p:spPr>
          <a:xfrm>
            <a:off x="1160780" y="1242695"/>
            <a:ext cx="6823075" cy="2936875"/>
          </a:xfrm>
          <a:prstGeom prst="rect">
            <a:avLst/>
          </a:prstGeom>
          <a:ln w="38100" cmpd="sng">
            <a:solidFill>
              <a:schemeClr val="tx1"/>
            </a:solidFill>
            <a:prstDash val="solid"/>
          </a:ln>
        </p:spPr>
      </p:pic>
      <p:sp>
        <p:nvSpPr>
          <p:cNvPr id="11" name="Rectangles 10"/>
          <p:cNvSpPr/>
          <p:nvPr/>
        </p:nvSpPr>
        <p:spPr>
          <a:xfrm>
            <a:off x="1333500" y="1380490"/>
            <a:ext cx="1911985" cy="2772410"/>
          </a:xfrm>
          <a:prstGeom prst="rect">
            <a:avLst/>
          </a:prstGeom>
          <a:solidFill>
            <a:srgbClr val="000000"/>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p>
            <a:pPr algn="ctr"/>
            <a:endParaRPr lang="en-US"/>
          </a:p>
        </p:txBody>
      </p:sp>
      <p:sp>
        <p:nvSpPr>
          <p:cNvPr id="8" name="Text Box 7"/>
          <p:cNvSpPr txBox="1"/>
          <p:nvPr/>
        </p:nvSpPr>
        <p:spPr>
          <a:xfrm>
            <a:off x="1420495" y="1380490"/>
            <a:ext cx="1391285" cy="645160"/>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p>
            <a:r>
              <a:rPr lang="en-US" sz="3600">
                <a:solidFill>
                  <a:schemeClr val="accent4"/>
                </a:solidFill>
                <a:effectLst/>
                <a:latin typeface="Bebas Neue" panose="020B0606020202050201" charset="0"/>
                <a:cs typeface="Bebas Neue" panose="020B0606020202050201" charset="0"/>
              </a:rPr>
              <a:t>XL</a:t>
            </a:r>
            <a:endParaRPr lang="en-US" sz="3600">
              <a:solidFill>
                <a:schemeClr val="accent4"/>
              </a:solidFill>
              <a:effectLst/>
              <a:latin typeface="Bebas Neue" panose="020B0606020202050201" charset="0"/>
              <a:cs typeface="Bebas Neue" panose="020B0606020202050201" charset="0"/>
            </a:endParaRPr>
          </a:p>
        </p:txBody>
      </p:sp>
      <p:sp>
        <p:nvSpPr>
          <p:cNvPr id="9" name="Text Box 8"/>
          <p:cNvSpPr txBox="1"/>
          <p:nvPr/>
        </p:nvSpPr>
        <p:spPr>
          <a:xfrm>
            <a:off x="1259840" y="2366645"/>
            <a:ext cx="1923415" cy="645160"/>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p>
            <a:r>
              <a:rPr lang="en-US" sz="3600">
                <a:solidFill>
                  <a:schemeClr val="accent4"/>
                </a:solidFill>
                <a:effectLst/>
                <a:latin typeface="Bebas Neue" panose="020B0606020202050201" charset="0"/>
                <a:cs typeface="Bebas Neue" panose="020B0606020202050201" charset="0"/>
              </a:rPr>
              <a:t>TELKOMSEL</a:t>
            </a:r>
            <a:endParaRPr lang="en-US" sz="3600">
              <a:solidFill>
                <a:schemeClr val="accent4"/>
              </a:solidFill>
              <a:effectLst/>
              <a:latin typeface="Bebas Neue" panose="020B0606020202050201" charset="0"/>
              <a:cs typeface="Bebas Neue" panose="020B0606020202050201" charset="0"/>
            </a:endParaRPr>
          </a:p>
        </p:txBody>
      </p:sp>
      <p:sp>
        <p:nvSpPr>
          <p:cNvPr id="10" name="Text Box 9"/>
          <p:cNvSpPr txBox="1"/>
          <p:nvPr/>
        </p:nvSpPr>
        <p:spPr>
          <a:xfrm>
            <a:off x="1333500" y="3398520"/>
            <a:ext cx="1923415" cy="645160"/>
          </a:xfrm>
          <a:prstGeom prst="rect">
            <a:avLst/>
          </a:prstGeom>
          <a:noFill/>
        </p:spPr>
        <p:txBody>
          <a:bodyPr wrap="square" rtlCol="0">
            <a:spAutoFit/>
            <a:scene3d>
              <a:camera prst="orthographicFront"/>
              <a:lightRig rig="soft" dir="t">
                <a:rot lat="0" lon="0" rev="15600000"/>
              </a:lightRig>
            </a:scene3d>
            <a:sp3d extrusionH="57150" prstMaterial="softEdge">
              <a:bevelT w="25400" h="38100"/>
            </a:sp3d>
          </a:bodyPr>
          <a:p>
            <a:r>
              <a:rPr lang="en-US" sz="3600">
                <a:solidFill>
                  <a:schemeClr val="accent4"/>
                </a:solidFill>
                <a:effectLst/>
                <a:latin typeface="Bebas Neue" panose="020B0606020202050201" charset="0"/>
                <a:cs typeface="Bebas Neue" panose="020B0606020202050201" charset="0"/>
              </a:rPr>
              <a:t>WIFI</a:t>
            </a:r>
            <a:endParaRPr lang="en-US" sz="3600">
              <a:solidFill>
                <a:schemeClr val="accent4"/>
              </a:solidFill>
              <a:effectLst/>
              <a:latin typeface="Bebas Neue" panose="020B0606020202050201" charset="0"/>
              <a:cs typeface="Bebas Neue" panose="020B0606020202050201"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134" name="Shape 2134"/>
        <p:cNvGrpSpPr/>
        <p:nvPr/>
      </p:nvGrpSpPr>
      <p:grpSpPr>
        <a:xfrm>
          <a:off x="0" y="0"/>
          <a:ext cx="0" cy="0"/>
          <a:chOff x="0" y="0"/>
          <a:chExt cx="0" cy="0"/>
        </a:xfrm>
      </p:grpSpPr>
      <p:sp>
        <p:nvSpPr>
          <p:cNvPr id="14" name="Title 13"/>
          <p:cNvSpPr/>
          <p:nvPr>
            <p:ph type="title"/>
          </p:nvPr>
        </p:nvSpPr>
        <p:spPr/>
        <p:txBody>
          <a:bodyPr/>
          <a:p>
            <a:pPr algn="l"/>
            <a:r>
              <a:rPr lang="en-US"/>
              <a:t>TELKOMsel</a:t>
            </a:r>
            <a:endParaRPr lang="en-US"/>
          </a:p>
        </p:txBody>
      </p:sp>
      <p:sp>
        <p:nvSpPr>
          <p:cNvPr id="15" name="Text Placeholder 14"/>
          <p:cNvSpPr/>
          <p:nvPr>
            <p:ph type="body" idx="1"/>
          </p:nvPr>
        </p:nvSpPr>
        <p:spPr/>
        <p:txBody>
          <a:bodyPr/>
          <a:p>
            <a:r>
              <a:rPr lang="en-US" sz="1800">
                <a:sym typeface="+mn-ea"/>
              </a:rPr>
              <a:t>Anallisis pengumpuan data provider Tekomsel diakukan di Kel. Rangkapan Jaya Baru Kec. Pancoran Mas, Depok. berikut data-data yang didapat;</a:t>
            </a:r>
            <a:endParaRPr lang="en-US" sz="1800"/>
          </a:p>
          <a:p>
            <a:endParaRPr lang="en-US" sz="1800"/>
          </a:p>
        </p:txBody>
      </p:sp>
      <p:graphicFrame>
        <p:nvGraphicFramePr>
          <p:cNvPr id="16" name="Table 15"/>
          <p:cNvGraphicFramePr/>
          <p:nvPr/>
        </p:nvGraphicFramePr>
        <p:xfrm>
          <a:off x="306705" y="2687320"/>
          <a:ext cx="8533765" cy="762000"/>
        </p:xfrm>
        <a:graphic>
          <a:graphicData uri="http://schemas.openxmlformats.org/drawingml/2006/table">
            <a:tbl>
              <a:tblPr firstRow="1" bandRow="1">
                <a:tableStyleId>{5C22544A-7EE6-4342-B048-85BDC9FD1C3A}</a:tableStyleId>
              </a:tblPr>
              <a:tblGrid>
                <a:gridCol w="1218565"/>
                <a:gridCol w="1218565"/>
                <a:gridCol w="1218565"/>
                <a:gridCol w="1218565"/>
                <a:gridCol w="1218565"/>
                <a:gridCol w="1218565"/>
                <a:gridCol w="1218565"/>
              </a:tblGrid>
              <a:tr h="381000">
                <a:tc>
                  <a:txBody>
                    <a:bodyPr/>
                    <a:p>
                      <a:pPr algn="ctr">
                        <a:buNone/>
                      </a:pPr>
                      <a:r>
                        <a:rPr lang="en-US"/>
                        <a:t>Area</a:t>
                      </a:r>
                      <a:endParaRPr lang="en-US"/>
                    </a:p>
                  </a:txBody>
                  <a:tcPr>
                    <a:solidFill>
                      <a:schemeClr val="bg2"/>
                    </a:solidFill>
                  </a:tcPr>
                </a:tc>
                <a:tc>
                  <a:txBody>
                    <a:bodyPr/>
                    <a:p>
                      <a:pPr algn="ctr">
                        <a:buNone/>
                      </a:pPr>
                      <a:r>
                        <a:rPr lang="en-US"/>
                        <a:t>Provider</a:t>
                      </a:r>
                      <a:endParaRPr lang="en-US"/>
                    </a:p>
                  </a:txBody>
                  <a:tcPr>
                    <a:solidFill>
                      <a:schemeClr val="bg2"/>
                    </a:solidFill>
                  </a:tcPr>
                </a:tc>
                <a:tc>
                  <a:txBody>
                    <a:bodyPr/>
                    <a:p>
                      <a:pPr algn="ctr">
                        <a:buNone/>
                      </a:pPr>
                      <a:r>
                        <a:rPr lang="en-US"/>
                        <a:t>RSRP</a:t>
                      </a:r>
                      <a:endParaRPr lang="en-US"/>
                    </a:p>
                  </a:txBody>
                  <a:tcPr>
                    <a:solidFill>
                      <a:schemeClr val="bg2"/>
                    </a:solidFill>
                  </a:tcPr>
                </a:tc>
                <a:tc>
                  <a:txBody>
                    <a:bodyPr/>
                    <a:p>
                      <a:pPr algn="ctr">
                        <a:buNone/>
                      </a:pPr>
                      <a:r>
                        <a:rPr lang="en-US"/>
                        <a:t>RSRQ</a:t>
                      </a:r>
                      <a:endParaRPr lang="en-US"/>
                    </a:p>
                  </a:txBody>
                  <a:tcPr>
                    <a:solidFill>
                      <a:schemeClr val="bg2"/>
                    </a:solidFill>
                  </a:tcPr>
                </a:tc>
                <a:tc>
                  <a:txBody>
                    <a:bodyPr/>
                    <a:p>
                      <a:pPr algn="ctr">
                        <a:buNone/>
                      </a:pPr>
                      <a:r>
                        <a:rPr lang="en-US"/>
                        <a:t>RSSNR</a:t>
                      </a:r>
                      <a:endParaRPr lang="en-US"/>
                    </a:p>
                  </a:txBody>
                  <a:tcPr>
                    <a:solidFill>
                      <a:schemeClr val="bg2"/>
                    </a:solidFill>
                  </a:tcPr>
                </a:tc>
                <a:tc>
                  <a:txBody>
                    <a:bodyPr/>
                    <a:p>
                      <a:pPr algn="ctr">
                        <a:buNone/>
                      </a:pPr>
                      <a:r>
                        <a:rPr lang="en-US"/>
                        <a:t>Download</a:t>
                      </a:r>
                      <a:endParaRPr lang="en-US"/>
                    </a:p>
                  </a:txBody>
                  <a:tcPr>
                    <a:solidFill>
                      <a:schemeClr val="bg2"/>
                    </a:solidFill>
                  </a:tcPr>
                </a:tc>
                <a:tc>
                  <a:txBody>
                    <a:bodyPr/>
                    <a:p>
                      <a:pPr algn="ctr">
                        <a:buNone/>
                      </a:pPr>
                      <a:r>
                        <a:rPr lang="en-US"/>
                        <a:t>Upoad</a:t>
                      </a:r>
                      <a:endParaRPr lang="en-US"/>
                    </a:p>
                  </a:txBody>
                  <a:tcPr>
                    <a:solidFill>
                      <a:schemeClr val="bg2"/>
                    </a:solidFill>
                  </a:tcPr>
                </a:tc>
              </a:tr>
              <a:tr h="381000">
                <a:tc>
                  <a:txBody>
                    <a:bodyPr/>
                    <a:p>
                      <a:pPr algn="ctr">
                        <a:buNone/>
                      </a:pPr>
                      <a:r>
                        <a:rPr lang="en-US">
                          <a:solidFill>
                            <a:schemeClr val="bg1"/>
                          </a:solidFill>
                        </a:rPr>
                        <a:t>Pancoran Mas</a:t>
                      </a:r>
                      <a:endParaRPr lang="en-US">
                        <a:solidFill>
                          <a:schemeClr val="bg1"/>
                        </a:solidFill>
                      </a:endParaRPr>
                    </a:p>
                  </a:txBody>
                  <a:tcPr/>
                </a:tc>
                <a:tc>
                  <a:txBody>
                    <a:bodyPr/>
                    <a:p>
                      <a:pPr algn="ctr">
                        <a:buNone/>
                      </a:pPr>
                      <a:r>
                        <a:rPr lang="en-US">
                          <a:solidFill>
                            <a:schemeClr val="bg1"/>
                          </a:solidFill>
                        </a:rPr>
                        <a:t>Telkomsel</a:t>
                      </a:r>
                      <a:endParaRPr lang="en-US">
                        <a:solidFill>
                          <a:schemeClr val="bg1"/>
                        </a:solidFill>
                      </a:endParaRPr>
                    </a:p>
                  </a:txBody>
                  <a:tcPr/>
                </a:tc>
                <a:tc>
                  <a:txBody>
                    <a:bodyPr/>
                    <a:p>
                      <a:pPr algn="ctr">
                        <a:buNone/>
                      </a:pPr>
                      <a:r>
                        <a:rPr lang="en-US">
                          <a:solidFill>
                            <a:schemeClr val="bg1"/>
                          </a:solidFill>
                        </a:rPr>
                        <a:t>-98dB</a:t>
                      </a:r>
                      <a:endParaRPr lang="en-US">
                        <a:solidFill>
                          <a:schemeClr val="bg1"/>
                        </a:solidFill>
                      </a:endParaRPr>
                    </a:p>
                  </a:txBody>
                  <a:tcPr/>
                </a:tc>
                <a:tc>
                  <a:txBody>
                    <a:bodyPr/>
                    <a:p>
                      <a:pPr algn="ctr">
                        <a:buNone/>
                      </a:pPr>
                      <a:r>
                        <a:rPr lang="en-US">
                          <a:solidFill>
                            <a:schemeClr val="bg1"/>
                          </a:solidFill>
                        </a:rPr>
                        <a:t>-13dB</a:t>
                      </a:r>
                      <a:endParaRPr lang="en-US">
                        <a:solidFill>
                          <a:schemeClr val="bg1"/>
                        </a:solidFill>
                      </a:endParaRPr>
                    </a:p>
                  </a:txBody>
                  <a:tcPr/>
                </a:tc>
                <a:tc>
                  <a:txBody>
                    <a:bodyPr/>
                    <a:p>
                      <a:pPr algn="ctr">
                        <a:buNone/>
                      </a:pPr>
                      <a:r>
                        <a:rPr lang="en-US">
                          <a:solidFill>
                            <a:schemeClr val="bg1"/>
                          </a:solidFill>
                        </a:rPr>
                        <a:t>3,2dB</a:t>
                      </a:r>
                      <a:endParaRPr lang="en-US">
                        <a:solidFill>
                          <a:schemeClr val="bg1"/>
                        </a:solidFill>
                      </a:endParaRPr>
                    </a:p>
                  </a:txBody>
                  <a:tcPr/>
                </a:tc>
                <a:tc>
                  <a:txBody>
                    <a:bodyPr/>
                    <a:p>
                      <a:pPr algn="ctr">
                        <a:buNone/>
                      </a:pPr>
                      <a:r>
                        <a:rPr lang="en-US">
                          <a:solidFill>
                            <a:schemeClr val="bg1"/>
                          </a:solidFill>
                        </a:rPr>
                        <a:t>22.3Mb/s</a:t>
                      </a:r>
                      <a:endParaRPr lang="en-US">
                        <a:solidFill>
                          <a:schemeClr val="bg1"/>
                        </a:solidFill>
                      </a:endParaRPr>
                    </a:p>
                  </a:txBody>
                  <a:tcPr/>
                </a:tc>
                <a:tc>
                  <a:txBody>
                    <a:bodyPr/>
                    <a:p>
                      <a:pPr algn="ctr">
                        <a:buNone/>
                      </a:pPr>
                      <a:r>
                        <a:rPr lang="en-US">
                          <a:solidFill>
                            <a:schemeClr val="bg1"/>
                          </a:solidFill>
                        </a:rPr>
                        <a:t>3.7Mb/s</a:t>
                      </a:r>
                      <a:endParaRPr lang="en-US">
                        <a:solidFill>
                          <a:schemeClr val="bg1"/>
                        </a:solidFill>
                      </a:endParaRPr>
                    </a:p>
                  </a:txBody>
                  <a:tcPr/>
                </a:tc>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0">
        <p159:morph option="byObject"/>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 name="Content Placeholder 13" descr="IMG-20201018-WA0013"/>
          <p:cNvPicPr>
            <a:picLocks noChangeAspect="1"/>
          </p:cNvPicPr>
          <p:nvPr>
            <p:ph sz="half" idx="4294967295"/>
          </p:nvPr>
        </p:nvPicPr>
        <p:blipFill>
          <a:blip r:embed="rId1"/>
          <a:stretch>
            <a:fillRect/>
          </a:stretch>
        </p:blipFill>
        <p:spPr>
          <a:xfrm>
            <a:off x="377825" y="332740"/>
            <a:ext cx="2517775" cy="4478655"/>
          </a:xfrm>
          <a:prstGeom prst="rect">
            <a:avLst/>
          </a:prstGeom>
          <a:ln w="38100" cmpd="sng">
            <a:solidFill>
              <a:schemeClr val="tx1"/>
            </a:solidFill>
            <a:prstDash val="solid"/>
          </a:ln>
        </p:spPr>
      </p:pic>
      <p:pic>
        <p:nvPicPr>
          <p:cNvPr id="15" name="Content Placeholder 6" descr="IMG-20201018-WA0012"/>
          <p:cNvPicPr>
            <a:picLocks noChangeAspect="1"/>
          </p:cNvPicPr>
          <p:nvPr/>
        </p:nvPicPr>
        <p:blipFill>
          <a:blip r:embed="rId2"/>
          <a:stretch>
            <a:fillRect/>
          </a:stretch>
        </p:blipFill>
        <p:spPr>
          <a:xfrm>
            <a:off x="6189980" y="352425"/>
            <a:ext cx="2517775" cy="4478655"/>
          </a:xfrm>
          <a:prstGeom prst="rect">
            <a:avLst/>
          </a:prstGeom>
          <a:ln w="38100">
            <a:solidFill>
              <a:schemeClr val="tx1"/>
            </a:solidFill>
          </a:ln>
        </p:spPr>
      </p:pic>
      <p:pic>
        <p:nvPicPr>
          <p:cNvPr id="16" name="Picture 15" descr="IMG-20201018-WA0010"/>
          <p:cNvPicPr>
            <a:picLocks noChangeAspect="1"/>
          </p:cNvPicPr>
          <p:nvPr/>
        </p:nvPicPr>
        <p:blipFill>
          <a:blip r:embed="rId3"/>
          <a:stretch>
            <a:fillRect/>
          </a:stretch>
        </p:blipFill>
        <p:spPr>
          <a:xfrm>
            <a:off x="3270250" y="321310"/>
            <a:ext cx="2538730" cy="4518025"/>
          </a:xfrm>
          <a:prstGeom prst="rect">
            <a:avLst/>
          </a:prstGeom>
          <a:ln w="38100">
            <a:solidFill>
              <a:schemeClr val="tx1"/>
            </a:solidFill>
          </a:ln>
        </p:spPr>
      </p:pic>
      <p:pic>
        <p:nvPicPr>
          <p:cNvPr id="4" name="Picture 3" descr="IMG-20201018-WA0014"/>
          <p:cNvPicPr>
            <a:picLocks noChangeAspect="1"/>
          </p:cNvPicPr>
          <p:nvPr/>
        </p:nvPicPr>
        <p:blipFill>
          <a:blip r:embed="rId4"/>
          <a:stretch>
            <a:fillRect/>
          </a:stretch>
        </p:blipFill>
        <p:spPr>
          <a:xfrm>
            <a:off x="361950" y="304165"/>
            <a:ext cx="2549525" cy="4535805"/>
          </a:xfrm>
          <a:prstGeom prst="rect">
            <a:avLst/>
          </a:prstGeom>
          <a:ln w="38100">
            <a:solidFill>
              <a:schemeClr val="tx1"/>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0">
        <p159:morph option="byObject"/>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134" name="Shape 2134"/>
        <p:cNvGrpSpPr/>
        <p:nvPr/>
      </p:nvGrpSpPr>
      <p:grpSpPr>
        <a:xfrm>
          <a:off x="0" y="0"/>
          <a:ext cx="0" cy="0"/>
          <a:chOff x="0" y="0"/>
          <a:chExt cx="0" cy="0"/>
        </a:xfrm>
      </p:grpSpPr>
      <p:sp>
        <p:nvSpPr>
          <p:cNvPr id="14" name="Title 13"/>
          <p:cNvSpPr/>
          <p:nvPr>
            <p:ph type="title"/>
          </p:nvPr>
        </p:nvSpPr>
        <p:spPr/>
        <p:txBody>
          <a:bodyPr/>
          <a:p>
            <a:pPr algn="l"/>
            <a:r>
              <a:rPr lang="en-US"/>
              <a:t>xl</a:t>
            </a:r>
            <a:endParaRPr lang="en-US"/>
          </a:p>
        </p:txBody>
      </p:sp>
      <p:sp>
        <p:nvSpPr>
          <p:cNvPr id="15" name="Text Placeholder 14"/>
          <p:cNvSpPr/>
          <p:nvPr>
            <p:ph type="body" idx="1"/>
          </p:nvPr>
        </p:nvSpPr>
        <p:spPr/>
        <p:txBody>
          <a:bodyPr/>
          <a:p>
            <a:r>
              <a:rPr lang="en-US" sz="1800">
                <a:sym typeface="+mn-ea"/>
              </a:rPr>
              <a:t>Analisis pengumpulan data dilakukan di lokasi yang sama dengan provider sebellumnya. berikut data--data yang didapat;</a:t>
            </a:r>
            <a:endParaRPr lang="en-US" sz="1800"/>
          </a:p>
          <a:p>
            <a:endParaRPr lang="en-US" sz="1800"/>
          </a:p>
          <a:p>
            <a:endParaRPr lang="en-US" sz="1800"/>
          </a:p>
          <a:p>
            <a:endParaRPr lang="en-US" sz="1800"/>
          </a:p>
        </p:txBody>
      </p:sp>
      <p:graphicFrame>
        <p:nvGraphicFramePr>
          <p:cNvPr id="16" name="Table 15"/>
          <p:cNvGraphicFramePr/>
          <p:nvPr/>
        </p:nvGraphicFramePr>
        <p:xfrm>
          <a:off x="306705" y="2687320"/>
          <a:ext cx="8533765" cy="762000"/>
        </p:xfrm>
        <a:graphic>
          <a:graphicData uri="http://schemas.openxmlformats.org/drawingml/2006/table">
            <a:tbl>
              <a:tblPr firstRow="1" bandRow="1">
                <a:tableStyleId>{5C22544A-7EE6-4342-B048-85BDC9FD1C3A}</a:tableStyleId>
              </a:tblPr>
              <a:tblGrid>
                <a:gridCol w="1218565"/>
                <a:gridCol w="1218565"/>
                <a:gridCol w="1218565"/>
                <a:gridCol w="1218565"/>
                <a:gridCol w="1218565"/>
                <a:gridCol w="1218565"/>
                <a:gridCol w="1218565"/>
              </a:tblGrid>
              <a:tr h="381000">
                <a:tc>
                  <a:txBody>
                    <a:bodyPr/>
                    <a:p>
                      <a:pPr algn="ctr">
                        <a:buNone/>
                      </a:pPr>
                      <a:r>
                        <a:rPr lang="en-US"/>
                        <a:t>Area</a:t>
                      </a:r>
                      <a:endParaRPr lang="en-US"/>
                    </a:p>
                  </a:txBody>
                  <a:tcPr>
                    <a:solidFill>
                      <a:schemeClr val="bg2"/>
                    </a:solidFill>
                  </a:tcPr>
                </a:tc>
                <a:tc>
                  <a:txBody>
                    <a:bodyPr/>
                    <a:p>
                      <a:pPr algn="ctr">
                        <a:buNone/>
                      </a:pPr>
                      <a:r>
                        <a:rPr lang="en-US"/>
                        <a:t>Provider</a:t>
                      </a:r>
                      <a:endParaRPr lang="en-US"/>
                    </a:p>
                  </a:txBody>
                  <a:tcPr>
                    <a:solidFill>
                      <a:schemeClr val="bg2"/>
                    </a:solidFill>
                  </a:tcPr>
                </a:tc>
                <a:tc>
                  <a:txBody>
                    <a:bodyPr/>
                    <a:p>
                      <a:pPr algn="ctr">
                        <a:buNone/>
                      </a:pPr>
                      <a:r>
                        <a:rPr lang="en-US"/>
                        <a:t>RSRP</a:t>
                      </a:r>
                      <a:endParaRPr lang="en-US"/>
                    </a:p>
                  </a:txBody>
                  <a:tcPr>
                    <a:solidFill>
                      <a:schemeClr val="bg2"/>
                    </a:solidFill>
                  </a:tcPr>
                </a:tc>
                <a:tc>
                  <a:txBody>
                    <a:bodyPr/>
                    <a:p>
                      <a:pPr algn="ctr">
                        <a:buNone/>
                      </a:pPr>
                      <a:r>
                        <a:rPr lang="en-US"/>
                        <a:t>RSRQ</a:t>
                      </a:r>
                      <a:endParaRPr lang="en-US"/>
                    </a:p>
                  </a:txBody>
                  <a:tcPr>
                    <a:solidFill>
                      <a:schemeClr val="bg2"/>
                    </a:solidFill>
                  </a:tcPr>
                </a:tc>
                <a:tc>
                  <a:txBody>
                    <a:bodyPr/>
                    <a:p>
                      <a:pPr algn="ctr">
                        <a:buNone/>
                      </a:pPr>
                      <a:r>
                        <a:rPr lang="en-US"/>
                        <a:t>RSSNR</a:t>
                      </a:r>
                      <a:endParaRPr lang="en-US"/>
                    </a:p>
                  </a:txBody>
                  <a:tcPr>
                    <a:solidFill>
                      <a:schemeClr val="bg2"/>
                    </a:solidFill>
                  </a:tcPr>
                </a:tc>
                <a:tc>
                  <a:txBody>
                    <a:bodyPr/>
                    <a:p>
                      <a:pPr algn="ctr">
                        <a:buNone/>
                      </a:pPr>
                      <a:r>
                        <a:rPr lang="en-US"/>
                        <a:t>Download</a:t>
                      </a:r>
                      <a:endParaRPr lang="en-US"/>
                    </a:p>
                  </a:txBody>
                  <a:tcPr>
                    <a:solidFill>
                      <a:schemeClr val="bg2"/>
                    </a:solidFill>
                  </a:tcPr>
                </a:tc>
                <a:tc>
                  <a:txBody>
                    <a:bodyPr/>
                    <a:p>
                      <a:pPr algn="ctr">
                        <a:buNone/>
                      </a:pPr>
                      <a:r>
                        <a:rPr lang="en-US"/>
                        <a:t>Upoad</a:t>
                      </a:r>
                      <a:endParaRPr lang="en-US"/>
                    </a:p>
                  </a:txBody>
                  <a:tcPr>
                    <a:solidFill>
                      <a:schemeClr val="bg2"/>
                    </a:solidFill>
                  </a:tcPr>
                </a:tc>
              </a:tr>
              <a:tr h="381000">
                <a:tc>
                  <a:txBody>
                    <a:bodyPr/>
                    <a:p>
                      <a:pPr algn="ctr">
                        <a:buNone/>
                      </a:pPr>
                      <a:r>
                        <a:rPr lang="en-US">
                          <a:solidFill>
                            <a:schemeClr val="bg1"/>
                          </a:solidFill>
                        </a:rPr>
                        <a:t>Pancoran Mas</a:t>
                      </a:r>
                      <a:endParaRPr lang="en-US">
                        <a:solidFill>
                          <a:schemeClr val="bg1"/>
                        </a:solidFill>
                      </a:endParaRPr>
                    </a:p>
                  </a:txBody>
                  <a:tcPr/>
                </a:tc>
                <a:tc>
                  <a:txBody>
                    <a:bodyPr/>
                    <a:p>
                      <a:pPr algn="ctr">
                        <a:buNone/>
                      </a:pPr>
                      <a:r>
                        <a:rPr lang="en-US">
                          <a:solidFill>
                            <a:schemeClr val="bg1"/>
                          </a:solidFill>
                        </a:rPr>
                        <a:t>XL</a:t>
                      </a:r>
                      <a:endParaRPr lang="en-US">
                        <a:solidFill>
                          <a:schemeClr val="bg1"/>
                        </a:solidFill>
                      </a:endParaRPr>
                    </a:p>
                  </a:txBody>
                  <a:tcPr/>
                </a:tc>
                <a:tc>
                  <a:txBody>
                    <a:bodyPr/>
                    <a:p>
                      <a:pPr algn="ctr">
                        <a:buNone/>
                      </a:pPr>
                      <a:r>
                        <a:rPr lang="en-US">
                          <a:solidFill>
                            <a:schemeClr val="bg1"/>
                          </a:solidFill>
                        </a:rPr>
                        <a:t>-88dB</a:t>
                      </a:r>
                      <a:endParaRPr lang="en-US">
                        <a:solidFill>
                          <a:schemeClr val="bg1"/>
                        </a:solidFill>
                      </a:endParaRPr>
                    </a:p>
                  </a:txBody>
                  <a:tcPr/>
                </a:tc>
                <a:tc>
                  <a:txBody>
                    <a:bodyPr/>
                    <a:p>
                      <a:pPr algn="ctr">
                        <a:buNone/>
                      </a:pPr>
                      <a:r>
                        <a:rPr lang="en-US">
                          <a:solidFill>
                            <a:schemeClr val="bg1"/>
                          </a:solidFill>
                        </a:rPr>
                        <a:t>-15dB</a:t>
                      </a:r>
                      <a:endParaRPr lang="en-US">
                        <a:solidFill>
                          <a:schemeClr val="bg1"/>
                        </a:solidFill>
                      </a:endParaRPr>
                    </a:p>
                  </a:txBody>
                  <a:tcPr/>
                </a:tc>
                <a:tc>
                  <a:txBody>
                    <a:bodyPr/>
                    <a:p>
                      <a:pPr algn="ctr">
                        <a:buNone/>
                      </a:pPr>
                      <a:r>
                        <a:rPr lang="en-US">
                          <a:solidFill>
                            <a:schemeClr val="bg1"/>
                          </a:solidFill>
                        </a:rPr>
                        <a:t>14,6dB</a:t>
                      </a:r>
                      <a:endParaRPr lang="en-US">
                        <a:solidFill>
                          <a:schemeClr val="bg1"/>
                        </a:solidFill>
                      </a:endParaRPr>
                    </a:p>
                  </a:txBody>
                  <a:tcPr/>
                </a:tc>
                <a:tc>
                  <a:txBody>
                    <a:bodyPr/>
                    <a:p>
                      <a:pPr algn="ctr">
                        <a:buNone/>
                      </a:pPr>
                      <a:r>
                        <a:rPr lang="en-US">
                          <a:solidFill>
                            <a:schemeClr val="bg1"/>
                          </a:solidFill>
                        </a:rPr>
                        <a:t>12.6Mb/s</a:t>
                      </a:r>
                      <a:endParaRPr lang="en-US">
                        <a:solidFill>
                          <a:schemeClr val="bg1"/>
                        </a:solidFill>
                      </a:endParaRPr>
                    </a:p>
                  </a:txBody>
                  <a:tcPr/>
                </a:tc>
                <a:tc>
                  <a:txBody>
                    <a:bodyPr/>
                    <a:p>
                      <a:pPr algn="ctr">
                        <a:buNone/>
                      </a:pPr>
                      <a:r>
                        <a:rPr lang="en-US">
                          <a:solidFill>
                            <a:schemeClr val="bg1"/>
                          </a:solidFill>
                        </a:rPr>
                        <a:t>9.3Mb/s</a:t>
                      </a:r>
                      <a:endParaRPr lang="en-US">
                        <a:solidFill>
                          <a:schemeClr val="bg1"/>
                        </a:solidFill>
                      </a:endParaRPr>
                    </a:p>
                  </a:txBody>
                  <a:tcPr/>
                </a:tc>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0">
        <p159:morph option="byObject"/>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IMG-20201020-WA0007"/>
          <p:cNvPicPr>
            <a:picLocks noChangeAspect="1"/>
          </p:cNvPicPr>
          <p:nvPr>
            <p:ph idx="4294967295"/>
          </p:nvPr>
        </p:nvPicPr>
        <p:blipFill>
          <a:blip r:embed="rId1"/>
          <a:stretch>
            <a:fillRect/>
          </a:stretch>
        </p:blipFill>
        <p:spPr>
          <a:xfrm>
            <a:off x="480695" y="334645"/>
            <a:ext cx="2515870" cy="4474210"/>
          </a:xfrm>
          <a:prstGeom prst="rect">
            <a:avLst/>
          </a:prstGeom>
          <a:ln w="38100">
            <a:solidFill>
              <a:schemeClr val="tx1"/>
            </a:solidFill>
          </a:ln>
        </p:spPr>
      </p:pic>
      <p:pic>
        <p:nvPicPr>
          <p:cNvPr id="6" name="Picture 5" descr="IMG-20201018-WA0011"/>
          <p:cNvPicPr>
            <a:picLocks noChangeAspect="1"/>
          </p:cNvPicPr>
          <p:nvPr/>
        </p:nvPicPr>
        <p:blipFill>
          <a:blip r:embed="rId2"/>
          <a:stretch>
            <a:fillRect/>
          </a:stretch>
        </p:blipFill>
        <p:spPr>
          <a:xfrm>
            <a:off x="6204585" y="383540"/>
            <a:ext cx="2552700" cy="4540250"/>
          </a:xfrm>
          <a:prstGeom prst="rect">
            <a:avLst/>
          </a:prstGeom>
          <a:ln w="38100">
            <a:solidFill>
              <a:schemeClr val="tx1"/>
            </a:solidFill>
          </a:ln>
        </p:spPr>
      </p:pic>
      <p:pic>
        <p:nvPicPr>
          <p:cNvPr id="5" name="Picture 4" descr="IMG-20201018-WA0010"/>
          <p:cNvPicPr>
            <a:picLocks noChangeAspect="1"/>
          </p:cNvPicPr>
          <p:nvPr/>
        </p:nvPicPr>
        <p:blipFill>
          <a:blip r:embed="rId3"/>
          <a:stretch>
            <a:fillRect/>
          </a:stretch>
        </p:blipFill>
        <p:spPr>
          <a:xfrm>
            <a:off x="3321685" y="364490"/>
            <a:ext cx="2521585" cy="4486910"/>
          </a:xfrm>
          <a:prstGeom prst="rect">
            <a:avLst/>
          </a:prstGeom>
          <a:ln w="38100">
            <a:solidFill>
              <a:schemeClr val="tx1"/>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0">
        <p159:morph option="byObject"/>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134" name="Shape 2134"/>
        <p:cNvGrpSpPr/>
        <p:nvPr/>
      </p:nvGrpSpPr>
      <p:grpSpPr>
        <a:xfrm>
          <a:off x="0" y="0"/>
          <a:ext cx="0" cy="0"/>
          <a:chOff x="0" y="0"/>
          <a:chExt cx="0" cy="0"/>
        </a:xfrm>
      </p:grpSpPr>
      <p:sp>
        <p:nvSpPr>
          <p:cNvPr id="14" name="Title 13"/>
          <p:cNvSpPr/>
          <p:nvPr>
            <p:ph type="title"/>
          </p:nvPr>
        </p:nvSpPr>
        <p:spPr/>
        <p:txBody>
          <a:bodyPr/>
          <a:p>
            <a:pPr algn="l"/>
            <a:r>
              <a:rPr lang="en-US"/>
              <a:t>wifi (indihome)</a:t>
            </a:r>
            <a:endParaRPr lang="en-US"/>
          </a:p>
        </p:txBody>
      </p:sp>
      <p:sp>
        <p:nvSpPr>
          <p:cNvPr id="15" name="Text Placeholder 14"/>
          <p:cNvSpPr/>
          <p:nvPr>
            <p:ph type="body" idx="1"/>
          </p:nvPr>
        </p:nvSpPr>
        <p:spPr/>
        <p:txBody>
          <a:bodyPr/>
          <a:p>
            <a:pPr marL="285750" indent="-285750"/>
            <a:r>
              <a:rPr lang="en-US" sz="1800">
                <a:sym typeface="+mn-ea"/>
              </a:rPr>
              <a:t>Analisa dilakukan di lokasi yang sama dan didapatkan data sebagai berikut;</a:t>
            </a:r>
            <a:endParaRPr lang="en-US" sz="1800"/>
          </a:p>
        </p:txBody>
      </p:sp>
      <p:graphicFrame>
        <p:nvGraphicFramePr>
          <p:cNvPr id="16" name="Table 15"/>
          <p:cNvGraphicFramePr/>
          <p:nvPr/>
        </p:nvGraphicFramePr>
        <p:xfrm>
          <a:off x="306705" y="2687320"/>
          <a:ext cx="8533765" cy="762000"/>
        </p:xfrm>
        <a:graphic>
          <a:graphicData uri="http://schemas.openxmlformats.org/drawingml/2006/table">
            <a:tbl>
              <a:tblPr firstRow="1" bandRow="1">
                <a:tableStyleId>{5C22544A-7EE6-4342-B048-85BDC9FD1C3A}</a:tableStyleId>
              </a:tblPr>
              <a:tblGrid>
                <a:gridCol w="1218565"/>
                <a:gridCol w="1218565"/>
                <a:gridCol w="1218565"/>
                <a:gridCol w="1218565"/>
                <a:gridCol w="1218565"/>
                <a:gridCol w="1218565"/>
                <a:gridCol w="1218565"/>
              </a:tblGrid>
              <a:tr h="381000">
                <a:tc>
                  <a:txBody>
                    <a:bodyPr/>
                    <a:p>
                      <a:pPr algn="ctr">
                        <a:buNone/>
                      </a:pPr>
                      <a:r>
                        <a:rPr lang="en-US"/>
                        <a:t>Area</a:t>
                      </a:r>
                      <a:endParaRPr lang="en-US"/>
                    </a:p>
                  </a:txBody>
                  <a:tcPr>
                    <a:solidFill>
                      <a:schemeClr val="bg2"/>
                    </a:solidFill>
                  </a:tcPr>
                </a:tc>
                <a:tc>
                  <a:txBody>
                    <a:bodyPr/>
                    <a:p>
                      <a:pPr algn="ctr">
                        <a:buNone/>
                      </a:pPr>
                      <a:r>
                        <a:rPr lang="en-US"/>
                        <a:t>Provider</a:t>
                      </a:r>
                      <a:endParaRPr lang="en-US"/>
                    </a:p>
                  </a:txBody>
                  <a:tcPr>
                    <a:solidFill>
                      <a:schemeClr val="bg2"/>
                    </a:solidFill>
                  </a:tcPr>
                </a:tc>
                <a:tc>
                  <a:txBody>
                    <a:bodyPr/>
                    <a:p>
                      <a:pPr algn="ctr">
                        <a:buNone/>
                      </a:pPr>
                      <a:r>
                        <a:rPr lang="en-US"/>
                        <a:t>RSRP</a:t>
                      </a:r>
                      <a:endParaRPr lang="en-US"/>
                    </a:p>
                  </a:txBody>
                  <a:tcPr>
                    <a:solidFill>
                      <a:schemeClr val="bg2"/>
                    </a:solidFill>
                  </a:tcPr>
                </a:tc>
                <a:tc>
                  <a:txBody>
                    <a:bodyPr/>
                    <a:p>
                      <a:pPr algn="ctr">
                        <a:buNone/>
                      </a:pPr>
                      <a:r>
                        <a:rPr lang="en-US"/>
                        <a:t>RSRQ</a:t>
                      </a:r>
                      <a:endParaRPr lang="en-US"/>
                    </a:p>
                  </a:txBody>
                  <a:tcPr>
                    <a:solidFill>
                      <a:schemeClr val="bg2"/>
                    </a:solidFill>
                  </a:tcPr>
                </a:tc>
                <a:tc>
                  <a:txBody>
                    <a:bodyPr/>
                    <a:p>
                      <a:pPr algn="ctr">
                        <a:buNone/>
                      </a:pPr>
                      <a:r>
                        <a:rPr lang="en-US"/>
                        <a:t>RSSNR</a:t>
                      </a:r>
                      <a:endParaRPr lang="en-US"/>
                    </a:p>
                  </a:txBody>
                  <a:tcPr>
                    <a:solidFill>
                      <a:schemeClr val="bg2"/>
                    </a:solidFill>
                  </a:tcPr>
                </a:tc>
                <a:tc>
                  <a:txBody>
                    <a:bodyPr/>
                    <a:p>
                      <a:pPr algn="ctr">
                        <a:buNone/>
                      </a:pPr>
                      <a:r>
                        <a:rPr lang="en-US"/>
                        <a:t>Download</a:t>
                      </a:r>
                      <a:endParaRPr lang="en-US"/>
                    </a:p>
                  </a:txBody>
                  <a:tcPr>
                    <a:solidFill>
                      <a:schemeClr val="bg2"/>
                    </a:solidFill>
                  </a:tcPr>
                </a:tc>
                <a:tc>
                  <a:txBody>
                    <a:bodyPr/>
                    <a:p>
                      <a:pPr algn="ctr">
                        <a:buNone/>
                      </a:pPr>
                      <a:r>
                        <a:rPr lang="en-US"/>
                        <a:t>Upoad</a:t>
                      </a:r>
                      <a:endParaRPr lang="en-US"/>
                    </a:p>
                  </a:txBody>
                  <a:tcPr>
                    <a:solidFill>
                      <a:schemeClr val="bg2"/>
                    </a:solidFill>
                  </a:tcPr>
                </a:tc>
              </a:tr>
              <a:tr h="381000">
                <a:tc>
                  <a:txBody>
                    <a:bodyPr/>
                    <a:p>
                      <a:pPr algn="ctr">
                        <a:buNone/>
                      </a:pPr>
                      <a:r>
                        <a:rPr lang="en-US">
                          <a:solidFill>
                            <a:schemeClr val="bg1"/>
                          </a:solidFill>
                        </a:rPr>
                        <a:t>Pancoran Mas</a:t>
                      </a:r>
                      <a:endParaRPr lang="en-US">
                        <a:solidFill>
                          <a:schemeClr val="bg1"/>
                        </a:solidFill>
                      </a:endParaRPr>
                    </a:p>
                  </a:txBody>
                  <a:tcPr/>
                </a:tc>
                <a:tc>
                  <a:txBody>
                    <a:bodyPr/>
                    <a:p>
                      <a:pPr algn="ctr">
                        <a:buNone/>
                      </a:pPr>
                      <a:r>
                        <a:rPr lang="en-US">
                          <a:solidFill>
                            <a:schemeClr val="bg1"/>
                          </a:solidFill>
                        </a:rPr>
                        <a:t>WiFi (Indihome)</a:t>
                      </a:r>
                      <a:endParaRPr lang="en-US">
                        <a:solidFill>
                          <a:schemeClr val="bg1"/>
                        </a:solidFill>
                      </a:endParaRPr>
                    </a:p>
                  </a:txBody>
                  <a:tcPr/>
                </a:tc>
                <a:tc>
                  <a:txBody>
                    <a:bodyPr/>
                    <a:p>
                      <a:pPr algn="ctr">
                        <a:buNone/>
                      </a:pPr>
                      <a:r>
                        <a:rPr lang="en-US">
                          <a:solidFill>
                            <a:schemeClr val="bg1"/>
                          </a:solidFill>
                        </a:rPr>
                        <a:t>-108dB</a:t>
                      </a:r>
                      <a:endParaRPr lang="en-US">
                        <a:solidFill>
                          <a:schemeClr val="bg1"/>
                        </a:solidFill>
                      </a:endParaRPr>
                    </a:p>
                  </a:txBody>
                  <a:tcPr/>
                </a:tc>
                <a:tc>
                  <a:txBody>
                    <a:bodyPr/>
                    <a:p>
                      <a:pPr algn="ctr">
                        <a:buNone/>
                      </a:pPr>
                      <a:r>
                        <a:rPr lang="en-US">
                          <a:solidFill>
                            <a:schemeClr val="bg1"/>
                          </a:solidFill>
                        </a:rPr>
                        <a:t>-19dB</a:t>
                      </a:r>
                      <a:endParaRPr lang="en-US">
                        <a:solidFill>
                          <a:schemeClr val="bg1"/>
                        </a:solidFill>
                      </a:endParaRPr>
                    </a:p>
                  </a:txBody>
                  <a:tcPr/>
                </a:tc>
                <a:tc>
                  <a:txBody>
                    <a:bodyPr/>
                    <a:p>
                      <a:pPr algn="ctr">
                        <a:buNone/>
                      </a:pPr>
                      <a:r>
                        <a:rPr lang="en-US">
                          <a:solidFill>
                            <a:schemeClr val="bg1"/>
                          </a:solidFill>
                        </a:rPr>
                        <a:t>-</a:t>
                      </a:r>
                      <a:endParaRPr lang="en-US">
                        <a:solidFill>
                          <a:schemeClr val="bg1"/>
                        </a:solidFill>
                      </a:endParaRPr>
                    </a:p>
                  </a:txBody>
                  <a:tcPr/>
                </a:tc>
                <a:tc>
                  <a:txBody>
                    <a:bodyPr/>
                    <a:p>
                      <a:pPr algn="ctr">
                        <a:buNone/>
                      </a:pPr>
                      <a:r>
                        <a:rPr lang="en-US">
                          <a:solidFill>
                            <a:schemeClr val="bg1"/>
                          </a:solidFill>
                        </a:rPr>
                        <a:t>387.1Kb/s</a:t>
                      </a:r>
                      <a:endParaRPr lang="en-US">
                        <a:solidFill>
                          <a:schemeClr val="bg1"/>
                        </a:solidFill>
                      </a:endParaRPr>
                    </a:p>
                  </a:txBody>
                  <a:tcPr/>
                </a:tc>
                <a:tc>
                  <a:txBody>
                    <a:bodyPr/>
                    <a:p>
                      <a:pPr algn="ctr">
                        <a:buNone/>
                      </a:pPr>
                      <a:r>
                        <a:rPr lang="en-US">
                          <a:solidFill>
                            <a:schemeClr val="bg1"/>
                          </a:solidFill>
                        </a:rPr>
                        <a:t>110.5Kb/s</a:t>
                      </a:r>
                      <a:endParaRPr lang="en-US">
                        <a:solidFill>
                          <a:schemeClr val="bg1"/>
                        </a:solidFill>
                      </a:endParaRPr>
                    </a:p>
                  </a:txBody>
                  <a:tcPr/>
                </a:tc>
              </a:tr>
            </a:tbl>
          </a:graphicData>
        </a:graphic>
      </p:graphicFrame>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0">
        <p159:morph option="byObject"/>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IMG-20201018-WA0014"/>
          <p:cNvPicPr>
            <a:picLocks noChangeAspect="1"/>
          </p:cNvPicPr>
          <p:nvPr/>
        </p:nvPicPr>
        <p:blipFill>
          <a:blip r:embed="rId1"/>
          <a:stretch>
            <a:fillRect/>
          </a:stretch>
        </p:blipFill>
        <p:spPr>
          <a:xfrm>
            <a:off x="3215005" y="158750"/>
            <a:ext cx="2713990" cy="4827270"/>
          </a:xfrm>
          <a:prstGeom prst="rect">
            <a:avLst/>
          </a:prstGeom>
          <a:ln w="38100">
            <a:solidFill>
              <a:schemeClr val="tx1"/>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0">
        <p159:morph option="byObject"/>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p:nvPr>
            <p:ph type="title"/>
          </p:nvPr>
        </p:nvSpPr>
        <p:spPr/>
        <p:txBody>
          <a:bodyPr/>
          <a:p>
            <a:pPr algn="l"/>
            <a:r>
              <a:rPr lang="en-US"/>
              <a:t>ANALISA percobaan</a:t>
            </a:r>
            <a:endParaRPr lang="en-US"/>
          </a:p>
        </p:txBody>
      </p:sp>
      <p:sp>
        <p:nvSpPr>
          <p:cNvPr id="5" name="Text Placeholder 4"/>
          <p:cNvSpPr/>
          <p:nvPr>
            <p:ph type="body" idx="1"/>
          </p:nvPr>
        </p:nvSpPr>
        <p:spPr/>
        <p:txBody>
          <a:bodyPr/>
          <a:p>
            <a:pPr marL="127000" indent="0">
              <a:buNone/>
            </a:pPr>
            <a:r>
              <a:rPr lang="en-US" sz="1800">
                <a:sym typeface="+mn-ea"/>
              </a:rPr>
              <a:t>Dari  hasil percobaan yang telah dilakukan, dapat ditarik kesimpulan bahwasannya tiap-tiap provider memiliki kecepatan yang berbeda. kemudian kualitas sebuah provider sangat dipengaruhi oleh jauh-dekatnya jarak antara user dan tower provider. semakin dekat jarak antara user dan tower, maka besar kecepatan suatu provider akan semakin besar. namun jika jarak antar keduanya jauh, maka akan semakin kecil pula besar sinyal yang diterima.</a:t>
            </a:r>
            <a:endParaRPr lang="en-US" sz="1800">
              <a:sym typeface="+mn-ea"/>
            </a:endParaRPr>
          </a:p>
          <a:p>
            <a:pPr marL="127000" indent="0">
              <a:buNone/>
            </a:pPr>
            <a:endParaRPr lang="en-US" sz="1800"/>
          </a:p>
          <a:p>
            <a:pPr marL="127000" indent="0">
              <a:buNone/>
            </a:pPr>
            <a:r>
              <a:rPr lang="en-US" sz="1800"/>
              <a:t>Selain itu, jika user berada di luar coverage area lte (long term evolution) dari suatu provider tertentu, maka user tersebut tidak akan mendapatkan layanan lte.</a:t>
            </a:r>
            <a:endParaRPr lang="en-US" sz="18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0">
        <p159:morph option="byObject"/>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151" name="Shape 2151"/>
        <p:cNvGrpSpPr/>
        <p:nvPr/>
      </p:nvGrpSpPr>
      <p:grpSpPr>
        <a:xfrm>
          <a:off x="0" y="0"/>
          <a:ext cx="0" cy="0"/>
          <a:chOff x="0" y="0"/>
          <a:chExt cx="0" cy="0"/>
        </a:xfrm>
      </p:grpSpPr>
      <p:sp>
        <p:nvSpPr>
          <p:cNvPr id="2393" name="Google Shape;2393;p41"/>
          <p:cNvSpPr txBox="1"/>
          <p:nvPr>
            <p:ph type="title"/>
          </p:nvPr>
        </p:nvSpPr>
        <p:spPr>
          <a:xfrm>
            <a:off x="2034450" y="1795800"/>
            <a:ext cx="5075100" cy="1187700"/>
          </a:xfrm>
          <a:prstGeom prst="rect">
            <a:avLst/>
          </a:prstGeom>
        </p:spPr>
        <p:txBody>
          <a:bodyPr spcFirstLastPara="1" wrap="square" lIns="0" tIns="0" rIns="0" bIns="0" anchor="ctr" anchorCtr="0">
            <a:noAutofit/>
          </a:bodyPr>
          <a:p>
            <a:pPr marL="0" lvl="0" indent="0" algn="ctr" rtl="0">
              <a:spcBef>
                <a:spcPts val="0"/>
              </a:spcBef>
              <a:spcAft>
                <a:spcPts val="0"/>
              </a:spcAft>
              <a:buNone/>
            </a:pPr>
            <a:r>
              <a:rPr lang="en-US" sz="7200"/>
              <a:t>TERIMA KASIH</a:t>
            </a:r>
            <a:endParaRPr lang="en-US" sz="720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000">
        <p159:morph option="byObject"/>
      </p:transition>
    </mc:Choice>
    <mc:Fallback>
      <p:transition>
        <p:fade/>
      </p:transition>
    </mc:Fallback>
  </mc:AlternateContent>
</p:sld>
</file>

<file path=ppt/theme/theme1.xml><?xml version="1.0" encoding="utf-8"?>
<a:theme xmlns:a="http://schemas.openxmlformats.org/drawingml/2006/main" name="Computer Science Proposal by Slidesgo">
  <a:themeElements>
    <a:clrScheme name="Simple Light">
      <a:dk1>
        <a:srgbClr val="FFFFFF"/>
      </a:dk1>
      <a:lt1>
        <a:srgbClr val="0F3570"/>
      </a:lt1>
      <a:dk2>
        <a:srgbClr val="00F4AD"/>
      </a:dk2>
      <a:lt2>
        <a:srgbClr val="0F3570"/>
      </a:lt2>
      <a:accent1>
        <a:srgbClr val="285293"/>
      </a:accent1>
      <a:accent2>
        <a:srgbClr val="9FC5E8"/>
      </a:accent2>
      <a:accent3>
        <a:srgbClr val="434343"/>
      </a:accent3>
      <a:accent4>
        <a:srgbClr val="00F4AD"/>
      </a:accent4>
      <a:accent5>
        <a:srgbClr val="285293"/>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2709</Words>
  <Application>WPS Presentation</Application>
  <PresentationFormat/>
  <Paragraphs>201</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Arial</vt:lpstr>
      <vt:lpstr>Bebas Neue</vt:lpstr>
      <vt:lpstr>Roboto</vt:lpstr>
      <vt:lpstr>Abraham Demo</vt:lpstr>
      <vt:lpstr>Wingdings</vt:lpstr>
      <vt:lpstr>Bebas Neue</vt:lpstr>
      <vt:lpstr>Microsoft YaHei</vt:lpstr>
      <vt:lpstr>Arial Unicode MS</vt:lpstr>
      <vt:lpstr>Computer Science Proposal by Slidesgo</vt:lpstr>
      <vt:lpstr>PENGANTAR TEKNIK TELEKOMUNIKASI</vt:lpstr>
      <vt:lpstr>Members</vt:lpstr>
      <vt:lpstr>RSRP (Reference Signal Received Power) </vt:lpstr>
      <vt:lpstr>RSRQ (Reference Signal Received Quality)</vt:lpstr>
      <vt:lpstr>RSSNR atau SNR (Ratio signal to noise) </vt:lpstr>
      <vt:lpstr>PROVIDER</vt:lpstr>
      <vt:lpstr>Data KECEPATAN DOWNLOAD DAN UPLOAD </vt:lpstr>
      <vt:lpstr>TELKOMsel</vt:lpstr>
      <vt:lpstr>PowerPoint 演示文稿</vt:lpstr>
      <vt:lpstr>xl</vt:lpstr>
      <vt:lpstr>PowerPoint 演示文稿</vt:lpstr>
      <vt:lpstr>wifi</vt:lpstr>
      <vt:lpstr>PowerPoint 演示文稿</vt:lpstr>
      <vt:lpstr>ANALISA percobaan</vt:lpstr>
      <vt:lpstr>TERIMA KASIH</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PENGANTAR TEKNIK TELEKOMUNIKASI</dc:title>
  <dc:creator/>
  <cp:lastModifiedBy>Muhammad Fikri</cp:lastModifiedBy>
  <cp:revision>18</cp:revision>
  <dcterms:created xsi:type="dcterms:W3CDTF">2020-10-20T05:41:00Z</dcterms:created>
  <dcterms:modified xsi:type="dcterms:W3CDTF">2020-10-24T12:03:35Z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1033-11.2.0.9718</vt:lpwstr>
  </property>
</Properties>
</file>